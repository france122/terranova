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41BF5-E059-487C-B487-8C7E447ED347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B71B2-84C0-44B5-B095-68D43042DA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83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3538" lvl="1" indent="-287338">
              <a:tabLst>
                <a:tab pos="2427288" algn="l"/>
              </a:tabLst>
            </a:pPr>
            <a:r>
              <a:rPr lang="zh-CN" altLang="en-US">
                <a:solidFill>
                  <a:srgbClr val="C00000"/>
                </a:solidFill>
              </a:rPr>
              <a:t>翻页机理：</a:t>
            </a:r>
            <a:r>
              <a:rPr lang="en-US" altLang="zh-CN">
                <a:solidFill>
                  <a:srgbClr val="C00000"/>
                </a:solidFill>
              </a:rPr>
              <a:t>	</a:t>
            </a:r>
            <a:r>
              <a:rPr lang="zh-CN" altLang="en-US"/>
              <a:t>预置页面式（</a:t>
            </a:r>
            <a:r>
              <a:rPr lang="en-US" altLang="zh-CN"/>
              <a:t>5-30</a:t>
            </a:r>
            <a:r>
              <a:rPr lang="zh-CN" altLang="en-US"/>
              <a:t>页不同容量版本）</a:t>
            </a:r>
            <a:endParaRPr lang="en-US" altLang="zh-CN"/>
          </a:p>
          <a:p>
            <a:pPr marL="76200" lvl="1" indent="0">
              <a:buNone/>
              <a:tabLst>
                <a:tab pos="2427288" algn="l"/>
              </a:tabLst>
            </a:pPr>
            <a:r>
              <a:rPr lang="en-US" altLang="zh-CN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zh-CN" altLang="en-US">
                <a:solidFill>
                  <a:schemeClr val="bg1">
                    <a:lumMod val="85000"/>
                  </a:schemeClr>
                </a:solidFill>
              </a:rPr>
              <a:t>业界装置：①点钞机；②谷歌书本扫描；③吸盘式</a:t>
            </a:r>
            <a:endParaRPr lang="en-US" altLang="zh-CN">
              <a:solidFill>
                <a:schemeClr val="bg1">
                  <a:lumMod val="85000"/>
                </a:schemeClr>
              </a:solidFill>
            </a:endParaRPr>
          </a:p>
          <a:p>
            <a:pPr marL="363538" lvl="1" indent="-287338">
              <a:tabLst>
                <a:tab pos="2427288" algn="l"/>
              </a:tabLst>
            </a:pPr>
            <a:r>
              <a:rPr lang="zh-CN" altLang="en-US">
                <a:solidFill>
                  <a:srgbClr val="C00000"/>
                </a:solidFill>
              </a:rPr>
              <a:t>发条驱动：</a:t>
            </a:r>
            <a:r>
              <a:rPr lang="zh-CN" altLang="en-US"/>
              <a:t>机械部分可采用发条驱动；摄像部分需要电源工作；</a:t>
            </a:r>
            <a:endParaRPr lang="en-US" altLang="zh-CN"/>
          </a:p>
          <a:p>
            <a:pPr marL="363538" lvl="1" indent="-287338">
              <a:tabLst>
                <a:tab pos="2427288" algn="l"/>
              </a:tabLst>
            </a:pPr>
            <a:endParaRPr lang="en-US" altLang="zh-CN"/>
          </a:p>
          <a:p>
            <a:pPr marL="363538" marR="0" lvl="1" indent="-287338" algn="l" defTabSz="1152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27288" algn="l"/>
              </a:tabLst>
              <a:defRPr/>
            </a:pPr>
            <a:r>
              <a:rPr lang="zh-CN" altLang="en-US" sz="1600">
                <a:solidFill>
                  <a:srgbClr val="C00000"/>
                </a:solidFill>
              </a:rPr>
              <a:t>自动聚光：光照移动，推动阅读专注度</a:t>
            </a:r>
            <a:r>
              <a:rPr lang="en-US" altLang="zh-CN" sz="1600">
                <a:solidFill>
                  <a:srgbClr val="C00000"/>
                </a:solidFill>
              </a:rPr>
              <a:t>/</a:t>
            </a:r>
            <a:r>
              <a:rPr lang="zh-CN" altLang="en-US" sz="1600">
                <a:solidFill>
                  <a:srgbClr val="C00000"/>
                </a:solidFill>
              </a:rPr>
              <a:t>提升速度</a:t>
            </a:r>
            <a:r>
              <a:rPr lang="en-US" altLang="zh-CN" sz="1600">
                <a:solidFill>
                  <a:srgbClr val="C00000"/>
                </a:solidFill>
              </a:rPr>
              <a:t>/</a:t>
            </a:r>
            <a:r>
              <a:rPr lang="zh-CN" altLang="en-US" sz="1600">
                <a:solidFill>
                  <a:srgbClr val="C00000"/>
                </a:solidFill>
              </a:rPr>
              <a:t>保护视力？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152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18A1C8-FB9B-4A47-9D9C-753568A4A47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1521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35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6118" y="101601"/>
            <a:ext cx="11921067" cy="6110515"/>
          </a:xfrm>
          <a:prstGeom prst="rect">
            <a:avLst/>
          </a:prstGeom>
          <a:solidFill>
            <a:schemeClr val="bg1"/>
          </a:solidFill>
          <a:ln w="38100" cmpd="thickThin"/>
          <a:effectLst>
            <a:glow rad="127000">
              <a:schemeClr val="accent1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1905611" y="125872"/>
            <a:ext cx="7759700" cy="663573"/>
          </a:xfrm>
          <a:prstGeom prst="rect">
            <a:avLst/>
          </a:prstGeom>
        </p:spPr>
        <p:txBody>
          <a:bodyPr anchor="ctr"/>
          <a:lstStyle>
            <a:lvl1pPr algn="ctr" defTabSz="9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dirty="0">
                <a:solidFill>
                  <a:srgbClr val="002060"/>
                </a:solidFill>
                <a:effectLst/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1905610" y="1018048"/>
            <a:ext cx="8701315" cy="4264815"/>
          </a:xfrm>
          <a:prstGeom prst="rect">
            <a:avLst/>
          </a:prstGeom>
        </p:spPr>
        <p:txBody>
          <a:bodyPr/>
          <a:lstStyle>
            <a:lvl1pPr marL="514315" indent="-514315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755" indent="-228585">
              <a:buFont typeface="Webdings" panose="05030102010509060703" pitchFamily="18" charset="2"/>
              <a:buChar char="4"/>
              <a:defRPr b="0">
                <a:solidFill>
                  <a:schemeClr val="tx1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87360" indent="-228585">
              <a:buFont typeface="Webdings" panose="05030102010509060703" pitchFamily="18" charset="2"/>
              <a:buChar char=""/>
              <a:defRPr sz="1801" b="1">
                <a:solidFill>
                  <a:srgbClr val="0070C0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210800" y="6081429"/>
            <a:ext cx="622300" cy="7765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39700">
              <a:schemeClr val="bg1">
                <a:alpha val="8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587500" y="6102129"/>
            <a:ext cx="3644900" cy="66941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39700">
              <a:schemeClr val="bg1">
                <a:alpha val="8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" name="内容占位符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00" b="29228"/>
          <a:stretch/>
        </p:blipFill>
        <p:spPr>
          <a:xfrm>
            <a:off x="1" y="5776333"/>
            <a:ext cx="12192000" cy="108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57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454" y="365129"/>
            <a:ext cx="10287345" cy="663573"/>
          </a:xfrm>
          <a:prstGeom prst="rect">
            <a:avLst/>
          </a:prstGeom>
        </p:spPr>
        <p:txBody>
          <a:bodyPr anchor="ctr"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454" y="1181100"/>
            <a:ext cx="10287347" cy="4995863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9" name="内容占位符 3">
            <a:extLst>
              <a:ext uri="{FF2B5EF4-FFF2-40B4-BE49-F238E27FC236}">
                <a16:creationId xmlns:a16="http://schemas.microsoft.com/office/drawing/2014/main" id="{606C9BC3-624D-48CE-9B82-2A81C0F02B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00" b="29228"/>
          <a:stretch/>
        </p:blipFill>
        <p:spPr>
          <a:xfrm>
            <a:off x="1" y="5776333"/>
            <a:ext cx="12192000" cy="108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2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BB">
            <a:extLst>
              <a:ext uri="{FF2B5EF4-FFF2-40B4-BE49-F238E27FC236}">
                <a16:creationId xmlns:a16="http://schemas.microsoft.com/office/drawing/2014/main" id="{5821EB88-B963-49FF-B978-0FE767CB65D2}"/>
              </a:ext>
            </a:extLst>
          </p:cNvPr>
          <p:cNvSpPr/>
          <p:nvPr userDrawn="1"/>
        </p:nvSpPr>
        <p:spPr>
          <a:xfrm>
            <a:off x="10081" y="530848"/>
            <a:ext cx="876977" cy="895423"/>
          </a:xfrm>
          <a:prstGeom prst="roundRect">
            <a:avLst>
              <a:gd name="adj" fmla="val 10920"/>
            </a:avLst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57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342" y="365129"/>
            <a:ext cx="10305458" cy="663573"/>
          </a:xfrm>
          <a:prstGeom prst="rect">
            <a:avLst/>
          </a:prstGeom>
        </p:spPr>
        <p:txBody>
          <a:bodyPr anchor="ctr"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341" y="1181100"/>
            <a:ext cx="10305461" cy="4995863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10" name="!!SWOT">
            <a:extLst>
              <a:ext uri="{FF2B5EF4-FFF2-40B4-BE49-F238E27FC236}">
                <a16:creationId xmlns:a16="http://schemas.microsoft.com/office/drawing/2014/main" id="{DC720F3B-ED10-43A4-8A21-DFCB7D4E4C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6" y="622063"/>
            <a:ext cx="753559" cy="74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86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BBB">
            <a:extLst>
              <a:ext uri="{FF2B5EF4-FFF2-40B4-BE49-F238E27FC236}">
                <a16:creationId xmlns:a16="http://schemas.microsoft.com/office/drawing/2014/main" id="{C4BAEBEE-2804-4033-8112-3CE0694CC7BC}"/>
              </a:ext>
            </a:extLst>
          </p:cNvPr>
          <p:cNvSpPr/>
          <p:nvPr userDrawn="1"/>
        </p:nvSpPr>
        <p:spPr>
          <a:xfrm>
            <a:off x="10081" y="1510333"/>
            <a:ext cx="876977" cy="895423"/>
          </a:xfrm>
          <a:prstGeom prst="roundRect">
            <a:avLst>
              <a:gd name="adj" fmla="val 10920"/>
            </a:avLst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57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342" y="365129"/>
            <a:ext cx="10305458" cy="663573"/>
          </a:xfrm>
          <a:prstGeom prst="rect">
            <a:avLst/>
          </a:prstGeom>
        </p:spPr>
        <p:txBody>
          <a:bodyPr anchor="ctr"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341" y="1181100"/>
            <a:ext cx="10305461" cy="4995863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8" name="!!GMC">
            <a:extLst>
              <a:ext uri="{FF2B5EF4-FFF2-40B4-BE49-F238E27FC236}">
                <a16:creationId xmlns:a16="http://schemas.microsoft.com/office/drawing/2014/main" id="{3FB6C779-22FB-40BF-993B-FCD791A2DF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328" t="12457" r="8375" b="10962"/>
          <a:stretch/>
        </p:blipFill>
        <p:spPr>
          <a:xfrm>
            <a:off x="95545" y="1734600"/>
            <a:ext cx="733911" cy="45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1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BB">
            <a:extLst>
              <a:ext uri="{FF2B5EF4-FFF2-40B4-BE49-F238E27FC236}">
                <a16:creationId xmlns:a16="http://schemas.microsoft.com/office/drawing/2014/main" id="{E1441F6A-22E8-4469-BA0C-69B69286BFF2}"/>
              </a:ext>
            </a:extLst>
          </p:cNvPr>
          <p:cNvSpPr/>
          <p:nvPr userDrawn="1"/>
        </p:nvSpPr>
        <p:spPr>
          <a:xfrm>
            <a:off x="10081" y="2489817"/>
            <a:ext cx="876977" cy="895423"/>
          </a:xfrm>
          <a:prstGeom prst="roundRect">
            <a:avLst>
              <a:gd name="adj" fmla="val 10920"/>
            </a:avLst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57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342" y="365129"/>
            <a:ext cx="10305458" cy="663573"/>
          </a:xfrm>
          <a:prstGeom prst="rect">
            <a:avLst/>
          </a:prstGeom>
        </p:spPr>
        <p:txBody>
          <a:bodyPr anchor="ctr"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341" y="1181100"/>
            <a:ext cx="10305461" cy="4995863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9" name="!!GM" descr="图标&#10;&#10;描述已自动生成">
            <a:extLst>
              <a:ext uri="{FF2B5EF4-FFF2-40B4-BE49-F238E27FC236}">
                <a16:creationId xmlns:a16="http://schemas.microsoft.com/office/drawing/2014/main" id="{8E27353B-4814-40F8-ACC7-F35FD6FE05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6" y="2599100"/>
            <a:ext cx="704913" cy="70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92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342" y="365129"/>
            <a:ext cx="10305458" cy="663573"/>
          </a:xfrm>
          <a:prstGeom prst="rect">
            <a:avLst/>
          </a:prstGeom>
        </p:spPr>
        <p:txBody>
          <a:bodyPr anchor="ctr"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341" y="1181100"/>
            <a:ext cx="10305461" cy="4995863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8" name="!!BBB">
            <a:extLst>
              <a:ext uri="{FF2B5EF4-FFF2-40B4-BE49-F238E27FC236}">
                <a16:creationId xmlns:a16="http://schemas.microsoft.com/office/drawing/2014/main" id="{C9574455-982C-45E6-99E4-4C06C955F56F}"/>
              </a:ext>
            </a:extLst>
          </p:cNvPr>
          <p:cNvSpPr/>
          <p:nvPr userDrawn="1"/>
        </p:nvSpPr>
        <p:spPr>
          <a:xfrm>
            <a:off x="10081" y="3469302"/>
            <a:ext cx="876977" cy="895423"/>
          </a:xfrm>
          <a:prstGeom prst="roundRect">
            <a:avLst>
              <a:gd name="adj" fmla="val 10920"/>
            </a:avLst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57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!!ID" descr="图标&#10;&#10;描述已自动生成">
            <a:extLst>
              <a:ext uri="{FF2B5EF4-FFF2-40B4-BE49-F238E27FC236}">
                <a16:creationId xmlns:a16="http://schemas.microsoft.com/office/drawing/2014/main" id="{FF5F255C-976E-491F-AB7C-82F30DB900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1" y="3541498"/>
            <a:ext cx="771261" cy="74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69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342" y="365129"/>
            <a:ext cx="10305458" cy="663573"/>
          </a:xfrm>
          <a:prstGeom prst="rect">
            <a:avLst/>
          </a:prstGeom>
        </p:spPr>
        <p:txBody>
          <a:bodyPr anchor="ctr"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341" y="1181100"/>
            <a:ext cx="10305461" cy="4995863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679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8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407" y="716294"/>
            <a:ext cx="10305458" cy="663573"/>
          </a:xfrm>
          <a:prstGeom prst="rect">
            <a:avLst/>
          </a:prstGeom>
        </p:spPr>
        <p:txBody>
          <a:bodyPr anchor="ctr"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3406" y="1532266"/>
            <a:ext cx="10305461" cy="4995863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10" name="!!BBB">
            <a:extLst>
              <a:ext uri="{FF2B5EF4-FFF2-40B4-BE49-F238E27FC236}">
                <a16:creationId xmlns:a16="http://schemas.microsoft.com/office/drawing/2014/main" id="{BFEF6FEA-DC57-41A1-B5BC-69F7B02BDE71}"/>
              </a:ext>
            </a:extLst>
          </p:cNvPr>
          <p:cNvSpPr/>
          <p:nvPr userDrawn="1"/>
        </p:nvSpPr>
        <p:spPr>
          <a:xfrm>
            <a:off x="10081" y="3469302"/>
            <a:ext cx="876977" cy="895423"/>
          </a:xfrm>
          <a:prstGeom prst="roundRect">
            <a:avLst>
              <a:gd name="adj" fmla="val 10920"/>
            </a:avLst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57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!!ID" descr="图标&#10;&#10;描述已自动生成">
            <a:extLst>
              <a:ext uri="{FF2B5EF4-FFF2-40B4-BE49-F238E27FC236}">
                <a16:creationId xmlns:a16="http://schemas.microsoft.com/office/drawing/2014/main" id="{B2196458-384D-423B-8EAB-3212414774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1" y="3541498"/>
            <a:ext cx="771261" cy="744338"/>
          </a:xfrm>
          <a:prstGeom prst="rect">
            <a:avLst/>
          </a:prstGeom>
        </p:spPr>
      </p:pic>
      <p:pic>
        <p:nvPicPr>
          <p:cNvPr id="12" name="!!SWOT">
            <a:extLst>
              <a:ext uri="{FF2B5EF4-FFF2-40B4-BE49-F238E27FC236}">
                <a16:creationId xmlns:a16="http://schemas.microsoft.com/office/drawing/2014/main" id="{F82A05A1-B838-463D-85CF-A4CD76FFB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6" y="622063"/>
            <a:ext cx="753559" cy="747377"/>
          </a:xfrm>
          <a:prstGeom prst="rect">
            <a:avLst/>
          </a:prstGeom>
        </p:spPr>
      </p:pic>
      <p:pic>
        <p:nvPicPr>
          <p:cNvPr id="13" name="!!GMC">
            <a:extLst>
              <a:ext uri="{FF2B5EF4-FFF2-40B4-BE49-F238E27FC236}">
                <a16:creationId xmlns:a16="http://schemas.microsoft.com/office/drawing/2014/main" id="{2989429A-F398-4DCB-B21F-4073AFFE3D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28" t="12457" r="8375" b="10962"/>
          <a:stretch/>
        </p:blipFill>
        <p:spPr>
          <a:xfrm>
            <a:off x="95545" y="1734600"/>
            <a:ext cx="733911" cy="455276"/>
          </a:xfrm>
          <a:prstGeom prst="rect">
            <a:avLst/>
          </a:prstGeom>
        </p:spPr>
      </p:pic>
      <p:pic>
        <p:nvPicPr>
          <p:cNvPr id="14" name="!!GM" descr="图标&#10;&#10;描述已自动生成">
            <a:extLst>
              <a:ext uri="{FF2B5EF4-FFF2-40B4-BE49-F238E27FC236}">
                <a16:creationId xmlns:a16="http://schemas.microsoft.com/office/drawing/2014/main" id="{9422A2A8-3BEE-4EE3-B4E2-EFB02315180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6" y="2599100"/>
            <a:ext cx="704913" cy="70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6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279401" y="178482"/>
            <a:ext cx="11645900" cy="577168"/>
          </a:xfrm>
          <a:prstGeom prst="rect">
            <a:avLst/>
          </a:prstGeom>
          <a:noFill/>
          <a:ln w="19050">
            <a:solidFill>
              <a:srgbClr val="1437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292101" y="870859"/>
            <a:ext cx="11607802" cy="5365350"/>
          </a:xfrm>
          <a:prstGeom prst="rect">
            <a:avLst/>
          </a:prstGeom>
          <a:solidFill>
            <a:schemeClr val="bg1"/>
          </a:solidFill>
          <a:ln w="38100" cmpd="thickThin"/>
          <a:effectLst>
            <a:glow rad="127000">
              <a:schemeClr val="accent1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2273301" y="140385"/>
            <a:ext cx="7759700" cy="663573"/>
          </a:xfrm>
          <a:prstGeom prst="rect">
            <a:avLst/>
          </a:prstGeom>
        </p:spPr>
        <p:txBody>
          <a:bodyPr anchor="ctr"/>
          <a:lstStyle>
            <a:lvl1pPr algn="ctr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dirty="0">
                <a:solidFill>
                  <a:srgbClr val="002060"/>
                </a:solidFill>
                <a:effectLst/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387049" y="1092201"/>
            <a:ext cx="11282437" cy="5009921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0">
                <a:solidFill>
                  <a:schemeClr val="tx1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7"/>
          <a:stretch/>
        </p:blipFill>
        <p:spPr>
          <a:xfrm>
            <a:off x="9999134" y="165782"/>
            <a:ext cx="1962248" cy="5970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4"/>
          <a:stretch/>
        </p:blipFill>
        <p:spPr>
          <a:xfrm flipH="1">
            <a:off x="247453" y="165782"/>
            <a:ext cx="1953880" cy="59709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370FB6A-DE7A-4DAB-9298-9EB504E2D27B}"/>
              </a:ext>
            </a:extLst>
          </p:cNvPr>
          <p:cNvSpPr/>
          <p:nvPr userDrawn="1"/>
        </p:nvSpPr>
        <p:spPr>
          <a:xfrm>
            <a:off x="10210800" y="6081429"/>
            <a:ext cx="622300" cy="7765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39700">
              <a:schemeClr val="bg1">
                <a:alpha val="8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73B58F-3041-4748-AA53-8F0C0454FEFC}"/>
              </a:ext>
            </a:extLst>
          </p:cNvPr>
          <p:cNvSpPr/>
          <p:nvPr userDrawn="1"/>
        </p:nvSpPr>
        <p:spPr>
          <a:xfrm>
            <a:off x="1587500" y="6102129"/>
            <a:ext cx="3644900" cy="66941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39700">
              <a:schemeClr val="bg1">
                <a:alpha val="8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内容占位符 3">
            <a:extLst>
              <a:ext uri="{FF2B5EF4-FFF2-40B4-BE49-F238E27FC236}">
                <a16:creationId xmlns:a16="http://schemas.microsoft.com/office/drawing/2014/main" id="{B853BAB2-184A-4483-ADDC-1895F587F8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00" b="29228"/>
          <a:stretch/>
        </p:blipFill>
        <p:spPr>
          <a:xfrm>
            <a:off x="1" y="5776333"/>
            <a:ext cx="12192000" cy="108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50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1595968" y="2303012"/>
            <a:ext cx="8738205" cy="2123846"/>
          </a:xfrm>
          <a:prstGeom prst="rect">
            <a:avLst/>
          </a:prstGeom>
        </p:spPr>
        <p:txBody>
          <a:bodyPr anchor="ctr"/>
          <a:lstStyle>
            <a:lvl1pPr algn="ctr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dirty="0">
                <a:solidFill>
                  <a:srgbClr val="002060"/>
                </a:solidFill>
                <a:effectLst/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560313" y="4673601"/>
            <a:ext cx="11185676" cy="1994577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0">
                <a:solidFill>
                  <a:schemeClr val="tx1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7013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43341" y="870859"/>
            <a:ext cx="11905323" cy="5365350"/>
          </a:xfrm>
          <a:prstGeom prst="rect">
            <a:avLst/>
          </a:prstGeom>
          <a:solidFill>
            <a:schemeClr val="bg1"/>
          </a:solidFill>
          <a:ln w="38100" cmpd="thickThin"/>
          <a:effectLst>
            <a:glow rad="127000">
              <a:schemeClr val="accent1">
                <a:lumMod val="40000"/>
                <a:lumOff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43341" y="53920"/>
            <a:ext cx="11905322" cy="701730"/>
          </a:xfrm>
          <a:prstGeom prst="rect">
            <a:avLst/>
          </a:prstGeom>
          <a:noFill/>
          <a:ln w="19050">
            <a:solidFill>
              <a:srgbClr val="1437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38338" y="128416"/>
            <a:ext cx="7229141" cy="579508"/>
          </a:xfrm>
          <a:prstGeom prst="rect">
            <a:avLst/>
          </a:prstGeom>
        </p:spPr>
        <p:txBody>
          <a:bodyPr anchor="ctr"/>
          <a:lstStyle>
            <a:lvl1pPr algn="ctr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dirty="0">
                <a:solidFill>
                  <a:srgbClr val="002060"/>
                </a:solidFill>
                <a:effectLst/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279400" y="1004342"/>
            <a:ext cx="11645900" cy="5097779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0">
                <a:solidFill>
                  <a:schemeClr val="tx1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effectLst>
                  <a:outerShdw blurRad="25400" dist="254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0" name="矩形 49"/>
          <p:cNvSpPr/>
          <p:nvPr userDrawn="1"/>
        </p:nvSpPr>
        <p:spPr>
          <a:xfrm>
            <a:off x="11596372" y="88106"/>
            <a:ext cx="408933" cy="630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理念</a:t>
            </a:r>
          </a:p>
        </p:txBody>
      </p:sp>
      <p:sp>
        <p:nvSpPr>
          <p:cNvPr id="52" name="矩形 51"/>
          <p:cNvSpPr/>
          <p:nvPr userDrawn="1"/>
        </p:nvSpPr>
        <p:spPr>
          <a:xfrm>
            <a:off x="11149987" y="88106"/>
            <a:ext cx="408933" cy="630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软件</a:t>
            </a:r>
          </a:p>
        </p:txBody>
      </p:sp>
      <p:sp>
        <p:nvSpPr>
          <p:cNvPr id="53" name="矩形 52"/>
          <p:cNvSpPr/>
          <p:nvPr userDrawn="1"/>
        </p:nvSpPr>
        <p:spPr>
          <a:xfrm>
            <a:off x="10703603" y="88106"/>
            <a:ext cx="408933" cy="630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硬件</a:t>
            </a:r>
          </a:p>
        </p:txBody>
      </p:sp>
      <p:sp>
        <p:nvSpPr>
          <p:cNvPr id="67" name="矩形 66"/>
          <p:cNvSpPr/>
          <p:nvPr userDrawn="1"/>
        </p:nvSpPr>
        <p:spPr>
          <a:xfrm>
            <a:off x="203629" y="88106"/>
            <a:ext cx="408933" cy="630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A3C7E7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架构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10257219" y="88106"/>
            <a:ext cx="408933" cy="630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视频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9810835" y="88106"/>
            <a:ext cx="408933" cy="630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架构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982295" y="88106"/>
            <a:ext cx="408933" cy="630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A3C7E7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理念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1537630" y="88106"/>
            <a:ext cx="408933" cy="630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A3C7E7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软件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1092964" y="88106"/>
            <a:ext cx="408933" cy="630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A3C7E7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硬件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648296" y="88106"/>
            <a:ext cx="408933" cy="63055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marL="0" marR="0" lvl="0" indent="0" algn="ctr" defTabSz="914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A3C7E7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视频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65E7E5-D58D-44A8-A260-2D88C2501F42}"/>
              </a:ext>
            </a:extLst>
          </p:cNvPr>
          <p:cNvSpPr/>
          <p:nvPr userDrawn="1"/>
        </p:nvSpPr>
        <p:spPr>
          <a:xfrm>
            <a:off x="10210800" y="6081429"/>
            <a:ext cx="622300" cy="7765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39700">
              <a:schemeClr val="bg1">
                <a:alpha val="8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95EB68-CC39-48DB-A4FA-8227D1492735}"/>
              </a:ext>
            </a:extLst>
          </p:cNvPr>
          <p:cNvSpPr/>
          <p:nvPr userDrawn="1"/>
        </p:nvSpPr>
        <p:spPr>
          <a:xfrm>
            <a:off x="1587500" y="6102129"/>
            <a:ext cx="3644900" cy="66941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39700">
              <a:schemeClr val="bg1">
                <a:alpha val="8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8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内容占位符 3">
            <a:extLst>
              <a:ext uri="{FF2B5EF4-FFF2-40B4-BE49-F238E27FC236}">
                <a16:creationId xmlns:a16="http://schemas.microsoft.com/office/drawing/2014/main" id="{1E0C00C0-27A2-401F-B697-C68432E941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00" b="29228"/>
          <a:stretch/>
        </p:blipFill>
        <p:spPr>
          <a:xfrm>
            <a:off x="1" y="5776333"/>
            <a:ext cx="12192000" cy="108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27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365129"/>
            <a:ext cx="10515598" cy="663573"/>
          </a:xfrm>
          <a:prstGeom prst="rect">
            <a:avLst/>
          </a:prstGeom>
        </p:spPr>
        <p:txBody>
          <a:bodyPr anchor="ctr"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2" y="1181100"/>
            <a:ext cx="10515600" cy="4995863"/>
          </a:xfrm>
          <a:prstGeom prst="rect">
            <a:avLst/>
          </a:prstGeom>
        </p:spPr>
        <p:txBody>
          <a:bodyPr/>
          <a:lstStyle>
            <a:lvl1pPr marL="514373" indent="-514373">
              <a:spcBef>
                <a:spcPts val="2000"/>
              </a:spcBef>
              <a:buFont typeface="+mj-ea"/>
              <a:buAutoNum type="circleNumDbPlain"/>
              <a:defRPr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31" indent="-228610">
              <a:buFont typeface="Webdings" panose="05030102010509060703" pitchFamily="18" charset="2"/>
              <a:buChar char="4"/>
              <a:defRPr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987470" indent="-228610">
              <a:buFont typeface="Webdings" panose="05030102010509060703" pitchFamily="18" charset="2"/>
              <a:buChar char=""/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第二级文本示例</a:t>
            </a:r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2"/>
            <a:r>
              <a:rPr lang="zh-CN" altLang="en-US" dirty="0"/>
              <a:t>第三级文本示例</a:t>
            </a:r>
            <a:endParaRPr lang="en-US" altLang="zh-CN" dirty="0"/>
          </a:p>
          <a:p>
            <a:pPr lvl="1"/>
            <a:r>
              <a:rPr lang="zh-CN" altLang="en-US" dirty="0"/>
              <a:t>第二级文本示例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860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内容占位符 2"/>
          <p:cNvSpPr>
            <a:spLocks noGrp="1"/>
          </p:cNvSpPr>
          <p:nvPr>
            <p:ph idx="10" hasCustomPrompt="1"/>
          </p:nvPr>
        </p:nvSpPr>
        <p:spPr>
          <a:xfrm>
            <a:off x="239349" y="1052736"/>
            <a:ext cx="5568619" cy="5737860"/>
          </a:xfrm>
          <a:prstGeom prst="rect">
            <a:avLst/>
          </a:prstGeom>
        </p:spPr>
        <p:txBody>
          <a:bodyPr/>
          <a:lstStyle>
            <a:lvl1pPr marL="361966" marR="0" indent="-361966" algn="l" defTabSz="914441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德彪钢笔行书字库" panose="02000000000000000000" pitchFamily="2" charset="-122"/>
              <a:buChar char="★"/>
              <a:tabLst/>
              <a:defRPr lang="zh-CN" altLang="en-US" sz="2800" b="1" kern="1200" baseline="0" smtClean="0">
                <a:solidFill>
                  <a:schemeClr val="tx1"/>
                </a:solidFill>
                <a:effectLst>
                  <a:outerShdw blurRad="25400" dist="12700" dir="2700000" algn="tl" rotWithShape="0">
                    <a:schemeClr val="tx1">
                      <a:lumMod val="95000"/>
                      <a:lumOff val="5000"/>
                      <a:alpha val="6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经典细隶书简" panose="02010609000101010101" pitchFamily="49" charset="-122"/>
              </a:defRPr>
            </a:lvl1pPr>
            <a:lvl2pPr marL="360379" indent="-184157">
              <a:lnSpc>
                <a:spcPts val="3600"/>
              </a:lnSpc>
              <a:spcBef>
                <a:spcPts val="0"/>
              </a:spcBef>
              <a:buFont typeface="方正静蕾简体" panose="02000000000000000000" pitchFamily="2" charset="-122"/>
              <a:buChar char="◆"/>
              <a:defRPr lang="en-US" altLang="zh-CN" sz="2400" b="0" kern="1200" baseline="0" smtClean="0">
                <a:solidFill>
                  <a:schemeClr val="accent6">
                    <a:lumMod val="50000"/>
                  </a:schemeClr>
                </a:solidFill>
                <a:effectLst>
                  <a:outerShdw blurRad="12700" dist="12700" dir="2700000" algn="tl" rotWithShape="0">
                    <a:schemeClr val="tx1">
                      <a:alpha val="8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经典细隶书简" panose="02010609000101010101" pitchFamily="49" charset="-122"/>
              </a:defRPr>
            </a:lvl2pPr>
            <a:lvl3pPr marL="623916" indent="-263538">
              <a:buFont typeface="Wingdings" pitchFamily="2" charset="2"/>
              <a:buChar char="°"/>
              <a:defRPr lang="en-US" altLang="zh-CN" sz="2400" kern="1200" smtClean="0">
                <a:solidFill>
                  <a:schemeClr val="bg1"/>
                </a:solidFill>
                <a:effectLst>
                  <a:outerShdw blurRad="508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896979" indent="-273062">
              <a:buFont typeface="Wingdings" pitchFamily="2" charset="2"/>
              <a:buChar char="°"/>
              <a:defRPr lang="en-US" altLang="zh-CN" sz="2400" kern="1200" smtClean="0">
                <a:solidFill>
                  <a:schemeClr val="bg1"/>
                </a:solidFill>
                <a:effectLst>
                  <a:outerShdw blurRad="508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344672" indent="-271476">
              <a:buFont typeface="Wingdings" pitchFamily="2" charset="2"/>
              <a:buChar char="°"/>
              <a:defRPr lang="en-US" altLang="zh-CN" sz="2400" kern="1200" smtClean="0">
                <a:solidFill>
                  <a:schemeClr val="bg1"/>
                </a:solidFill>
                <a:effectLst>
                  <a:outerShdw blurRad="508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>
              <a:buFont typeface="Wingdings" pitchFamily="2" charset="2"/>
              <a:buChar char="°"/>
              <a:defRPr lang="zh-CN" altLang="en-US" sz="2400" kern="1200" smtClean="0">
                <a:solidFill>
                  <a:schemeClr val="bg1"/>
                </a:solidFill>
                <a:effectLst>
                  <a:outerShdw blurRad="508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defRPr>
            </a:lvl6pPr>
          </a:lstStyle>
          <a:p>
            <a:pPr lvl="0"/>
            <a:r>
              <a:rPr lang="zh-CN" altLang="en-US" dirty="0"/>
              <a:t>第一级</a:t>
            </a:r>
            <a:endParaRPr lang="en-US" altLang="zh-CN" dirty="0"/>
          </a:p>
          <a:p>
            <a:pPr lvl="1"/>
            <a:r>
              <a:rPr lang="zh-CN" altLang="en-US" dirty="0"/>
              <a:t>哈哈哈哈哈哈</a:t>
            </a:r>
            <a:endParaRPr lang="en-US" altLang="zh-CN" dirty="0"/>
          </a:p>
          <a:p>
            <a:pPr lvl="0"/>
            <a:r>
              <a:rPr lang="zh-CN" altLang="en-US" dirty="0"/>
              <a:t>呵呵什么额什么</a:t>
            </a:r>
            <a:endParaRPr lang="en-US" altLang="zh-CN" dirty="0"/>
          </a:p>
          <a:p>
            <a:pPr lvl="1"/>
            <a:r>
              <a:rPr lang="zh-CN" altLang="en-US" dirty="0"/>
              <a:t>呵呵</a:t>
            </a:r>
            <a:endParaRPr lang="en-US" altLang="zh-CN" dirty="0"/>
          </a:p>
          <a:p>
            <a:pPr lvl="1"/>
            <a:r>
              <a:rPr lang="zh-CN" altLang="en-US" dirty="0"/>
              <a:t>么</a:t>
            </a:r>
            <a:r>
              <a:rPr lang="en-US" altLang="zh-CN" dirty="0"/>
              <a:t>CD</a:t>
            </a:r>
            <a:r>
              <a:rPr lang="zh-CN" altLang="en-US" dirty="0"/>
              <a:t>什么么额什么么</a:t>
            </a:r>
            <a:endParaRPr lang="en-US" altLang="zh-CN" dirty="0"/>
          </a:p>
          <a:p>
            <a:pPr lvl="1"/>
            <a:r>
              <a:rPr lang="zh-CN" altLang="en-US" dirty="0"/>
              <a:t>呵呵什么么额什么么</a:t>
            </a:r>
            <a:endParaRPr lang="en-US" altLang="zh-CN" dirty="0"/>
          </a:p>
          <a:p>
            <a:pPr lvl="1"/>
            <a:r>
              <a:rPr lang="zh-CN" altLang="en-US" dirty="0"/>
              <a:t>呵呵什么么额什么么</a:t>
            </a:r>
            <a:endParaRPr lang="en-US" altLang="zh-CN" dirty="0"/>
          </a:p>
          <a:p>
            <a:pPr lvl="0"/>
            <a:r>
              <a:rPr lang="zh-CN" altLang="en-US" dirty="0"/>
              <a:t>第二级</a:t>
            </a:r>
            <a:endParaRPr lang="en-US" altLang="zh-CN" dirty="0"/>
          </a:p>
          <a:p>
            <a:pPr lvl="1"/>
            <a:r>
              <a:rPr lang="zh-CN" altLang="en-US" dirty="0"/>
              <a:t>第呵什么么额什么么</a:t>
            </a:r>
            <a:endParaRPr lang="en-US" altLang="zh-CN" dirty="0"/>
          </a:p>
          <a:p>
            <a:pPr lvl="1"/>
            <a:r>
              <a:rPr lang="zh-CN" altLang="en-US" dirty="0"/>
              <a:t>呵呵什么么额什么么</a:t>
            </a:r>
            <a:endParaRPr lang="en-US" altLang="zh-CN" dirty="0"/>
          </a:p>
          <a:p>
            <a:pPr lvl="1"/>
            <a:r>
              <a:rPr lang="zh-CN" altLang="en-US" dirty="0"/>
              <a:t>呵呵什么么额什么么</a:t>
            </a:r>
            <a:endParaRPr lang="en-US" altLang="zh-CN" dirty="0"/>
          </a:p>
          <a:p>
            <a:pPr lvl="0"/>
            <a:r>
              <a:rPr lang="zh-CN" altLang="en-US" dirty="0"/>
              <a:t>呵呵什么么额什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39349" y="285729"/>
            <a:ext cx="5568619" cy="642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 anchor="ctr"/>
          <a:lstStyle>
            <a:lvl1pPr marL="0" indent="0" algn="l">
              <a:buFont typeface="Wingdings" pitchFamily="2" charset="2"/>
              <a:buNone/>
              <a:def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超粗宋简" panose="02010609000101010101" pitchFamily="49" charset="-122"/>
                <a:ea typeface="汉仪超粗宋简" panose="02010609000101010101" pitchFamily="49" charset="-122"/>
                <a:cs typeface="+mn-cs"/>
              </a:defRPr>
            </a:lvl1pPr>
          </a:lstStyle>
          <a:p>
            <a:r>
              <a:rPr lang="zh-CN" altLang="en-US" dirty="0"/>
              <a:t>示例电路</a:t>
            </a:r>
          </a:p>
        </p:txBody>
      </p:sp>
    </p:spTree>
    <p:extLst>
      <p:ext uri="{BB962C8B-B14F-4D97-AF65-F5344CB8AC3E}">
        <p14:creationId xmlns:p14="http://schemas.microsoft.com/office/powerpoint/2010/main" val="1875850565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0" y="-1049001"/>
            <a:ext cx="1218464" cy="967135"/>
          </a:xfrm>
          <a:prstGeom prst="rect">
            <a:avLst/>
          </a:prstGeom>
        </p:spPr>
        <p:txBody>
          <a:bodyPr anchor="ctr"/>
          <a:lstStyle>
            <a:lvl1pPr marL="0" algn="ctr" defTabSz="91438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kern="1200" dirty="0">
                <a:solidFill>
                  <a:schemeClr val="tx1"/>
                </a:solidFill>
                <a:latin typeface="汉仪超粗宋简" panose="02010609000101010101" pitchFamily="49" charset="-122"/>
                <a:ea typeface="汉仪超粗宋简" panose="02010609000101010101" pitchFamily="49" charset="-122"/>
                <a:cs typeface="+mn-cs"/>
              </a:defRPr>
            </a:lvl1pPr>
          </a:lstStyle>
          <a:p>
            <a:r>
              <a:rPr lang="zh-CN" altLang="en-US" dirty="0"/>
              <a:t>形</a:t>
            </a:r>
          </a:p>
        </p:txBody>
      </p:sp>
    </p:spTree>
    <p:extLst>
      <p:ext uri="{BB962C8B-B14F-4D97-AF65-F5344CB8AC3E}">
        <p14:creationId xmlns:p14="http://schemas.microsoft.com/office/powerpoint/2010/main" val="3002124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1" y="5776328"/>
            <a:ext cx="12192000" cy="1081675"/>
            <a:chOff x="1" y="5776327"/>
            <a:chExt cx="12192000" cy="1081675"/>
          </a:xfrm>
        </p:grpSpPr>
        <p:sp>
          <p:nvSpPr>
            <p:cNvPr id="10" name="矩形 9"/>
            <p:cNvSpPr/>
            <p:nvPr userDrawn="1"/>
          </p:nvSpPr>
          <p:spPr>
            <a:xfrm>
              <a:off x="10210800" y="6081423"/>
              <a:ext cx="622300" cy="7765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glow rad="139700">
                <a:schemeClr val="bg1">
                  <a:alpha val="8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white"/>
                </a:solidFill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1587500" y="6102124"/>
              <a:ext cx="3644900" cy="6694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glow rad="139700">
                <a:schemeClr val="bg1">
                  <a:alpha val="8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prstClr val="white"/>
                </a:solidFill>
              </a:endParaRPr>
            </a:p>
          </p:txBody>
        </p:sp>
        <p:pic>
          <p:nvPicPr>
            <p:cNvPr id="15" name="内容占位符 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000" b="29228"/>
            <a:stretch/>
          </p:blipFill>
          <p:spPr>
            <a:xfrm>
              <a:off x="1" y="5776327"/>
              <a:ext cx="12192000" cy="10816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0847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53A6D-E350-4C40-9B52-32DB21053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056" y="457200"/>
            <a:ext cx="4346944" cy="539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dirty="0"/>
              <a:t>单击此处编辑母版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2BFB0-5D9E-4DA3-80E2-8CC5DB05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6647" y="1148863"/>
            <a:ext cx="3508742" cy="5345722"/>
          </a:xfrm>
        </p:spPr>
        <p:txBody>
          <a:bodyPr/>
          <a:lstStyle>
            <a:lvl1pPr marL="447667" indent="-447667"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89F623ED-B935-48CE-A7D0-2A1B66E9CF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5625" y="457199"/>
            <a:ext cx="7169883" cy="60372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7753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4D9C8-7EB8-4D78-AB9F-E8994F5DB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0590" y="571434"/>
            <a:ext cx="4382265" cy="857270"/>
          </a:xfrm>
          <a:prstGeom prst="rect">
            <a:avLst/>
          </a:prstGeom>
        </p:spPr>
        <p:txBody>
          <a:bodyPr/>
          <a:lstStyle>
            <a:lvl1pPr algn="l" defTabSz="9144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kern="1200" dirty="0">
                <a:solidFill>
                  <a:srgbClr val="00206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汉仪超粗宋简" panose="02010609000101010101" pitchFamily="49" charset="-122"/>
                <a:ea typeface="汉仪超粗宋简" panose="02010609000101010101" pitchFamily="49" charset="-122"/>
                <a:cs typeface="+mj-cs"/>
              </a:defRPr>
            </a:lvl1pPr>
          </a:lstStyle>
          <a:p>
            <a:r>
              <a:rPr lang="zh-CN" altLang="en-US"/>
              <a:t>母版</a:t>
            </a:r>
            <a:r>
              <a:rPr lang="zh-CN" altLang="en-US" dirty="0"/>
              <a:t>标题样式</a:t>
            </a:r>
          </a:p>
        </p:txBody>
      </p:sp>
    </p:spTree>
    <p:extLst>
      <p:ext uri="{BB962C8B-B14F-4D97-AF65-F5344CB8AC3E}">
        <p14:creationId xmlns:p14="http://schemas.microsoft.com/office/powerpoint/2010/main" val="885146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16" y="5955939"/>
            <a:ext cx="7981405" cy="859971"/>
          </a:xfrm>
        </p:spPr>
        <p:txBody>
          <a:bodyPr/>
          <a:lstStyle>
            <a:lvl1pPr>
              <a:defRPr>
                <a:effectLst>
                  <a:glow rad="228600">
                    <a:schemeClr val="bg1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9220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3F720A48-1F19-4069-8619-36FC65CA8261}"/>
              </a:ext>
            </a:extLst>
          </p:cNvPr>
          <p:cNvSpPr/>
          <p:nvPr userDrawn="1"/>
        </p:nvSpPr>
        <p:spPr>
          <a:xfrm>
            <a:off x="2487476" y="427334"/>
            <a:ext cx="8949486" cy="1872252"/>
          </a:xfrm>
          <a:prstGeom prst="roundRect">
            <a:avLst>
              <a:gd name="adj" fmla="val 5089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  <a:effectLst>
            <a:glow rad="139700">
              <a:schemeClr val="tx1">
                <a:alpha val="8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780" tIns="125724" rIns="125725" bIns="125724" numCol="1" spcCol="1270" anchor="t" anchorCtr="0">
            <a:noAutofit/>
          </a:bodyPr>
          <a:lstStyle/>
          <a:p>
            <a:pPr marL="0" lvl="1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0083E24-6FA5-4A3C-A0CA-A32417B75514}"/>
              </a:ext>
            </a:extLst>
          </p:cNvPr>
          <p:cNvSpPr/>
          <p:nvPr userDrawn="1"/>
        </p:nvSpPr>
        <p:spPr>
          <a:xfrm>
            <a:off x="2487476" y="2479088"/>
            <a:ext cx="8949486" cy="1872252"/>
          </a:xfrm>
          <a:prstGeom prst="roundRect">
            <a:avLst>
              <a:gd name="adj" fmla="val 4596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noFill/>
          </a:ln>
          <a:effectLst>
            <a:glow rad="139700">
              <a:schemeClr val="tx1">
                <a:alpha val="8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780" tIns="125724" rIns="125725" bIns="125724" numCol="1" spcCol="1270" anchor="t" anchorCtr="0">
            <a:noAutofit/>
          </a:bodyPr>
          <a:lstStyle/>
          <a:p>
            <a:pPr lvl="1" indent="-457192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þ"/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192B23B-AAC4-400E-9E0A-7B3D1400E969}"/>
              </a:ext>
            </a:extLst>
          </p:cNvPr>
          <p:cNvSpPr/>
          <p:nvPr userDrawn="1"/>
        </p:nvSpPr>
        <p:spPr>
          <a:xfrm>
            <a:off x="2487476" y="4530844"/>
            <a:ext cx="8949486" cy="1872252"/>
          </a:xfrm>
          <a:prstGeom prst="roundRect">
            <a:avLst>
              <a:gd name="adj" fmla="val 4596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  <a:effectLst>
            <a:glow rad="139700">
              <a:schemeClr val="tx1">
                <a:alpha val="8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780" tIns="125724" rIns="125725" bIns="125724" numCol="1" spcCol="1270" anchor="t" anchorCtr="0">
            <a:noAutofit/>
          </a:bodyPr>
          <a:lstStyle/>
          <a:p>
            <a:pPr lvl="1" indent="-457192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þ"/>
            </a:pPr>
            <a:endParaRPr lang="zh-CN" alt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36">
            <a:extLst>
              <a:ext uri="{FF2B5EF4-FFF2-40B4-BE49-F238E27FC236}">
                <a16:creationId xmlns:a16="http://schemas.microsoft.com/office/drawing/2014/main" id="{665244FA-EB8C-490B-A584-393D3B6541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6687" y="493487"/>
            <a:ext cx="8069943" cy="1741714"/>
          </a:xfrm>
        </p:spPr>
        <p:txBody>
          <a:bodyPr>
            <a:normAutofit/>
          </a:bodyPr>
          <a:lstStyle>
            <a:lvl1pPr marL="228596" indent="-228596">
              <a:lnSpc>
                <a:spcPct val="100000"/>
              </a:lnSpc>
              <a:spcBef>
                <a:spcPts val="0"/>
              </a:spcBef>
              <a:buFont typeface="Webdings" panose="05030102010509060703" pitchFamily="18" charset="2"/>
              <a:buChar char="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0</a:t>
            </a:r>
          </a:p>
          <a:p>
            <a:pPr lvl="0"/>
            <a:r>
              <a:rPr lang="en-US" altLang="zh-CN" dirty="0"/>
              <a:t>1</a:t>
            </a:r>
          </a:p>
          <a:p>
            <a:pPr lvl="0"/>
            <a:r>
              <a:rPr lang="en-US" altLang="zh-CN" dirty="0"/>
              <a:t>2</a:t>
            </a:r>
          </a:p>
          <a:p>
            <a:pPr lvl="0"/>
            <a:r>
              <a:rPr lang="en-US" altLang="zh-CN" dirty="0"/>
              <a:t>3</a:t>
            </a:r>
          </a:p>
          <a:p>
            <a:pPr lvl="0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8" name="文本占位符 36">
            <a:extLst>
              <a:ext uri="{FF2B5EF4-FFF2-40B4-BE49-F238E27FC236}">
                <a16:creationId xmlns:a16="http://schemas.microsoft.com/office/drawing/2014/main" id="{52502E1C-C2E4-4CC5-A359-FC3F93127B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6687" y="2558143"/>
            <a:ext cx="8069943" cy="1741714"/>
          </a:xfrm>
        </p:spPr>
        <p:txBody>
          <a:bodyPr>
            <a:normAutofit/>
          </a:bodyPr>
          <a:lstStyle>
            <a:lvl1pPr marL="228596" indent="-228596">
              <a:lnSpc>
                <a:spcPct val="100000"/>
              </a:lnSpc>
              <a:spcBef>
                <a:spcPts val="0"/>
              </a:spcBef>
              <a:buFont typeface="Webdings" panose="05030102010509060703" pitchFamily="18" charset="2"/>
              <a:buChar char="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0</a:t>
            </a:r>
          </a:p>
          <a:p>
            <a:pPr lvl="0"/>
            <a:r>
              <a:rPr lang="en-US" altLang="zh-CN" dirty="0"/>
              <a:t>1</a:t>
            </a:r>
          </a:p>
          <a:p>
            <a:pPr lvl="0"/>
            <a:r>
              <a:rPr lang="en-US" altLang="zh-CN" dirty="0"/>
              <a:t>2</a:t>
            </a:r>
          </a:p>
          <a:p>
            <a:pPr lvl="0"/>
            <a:r>
              <a:rPr lang="en-US" altLang="zh-CN" dirty="0"/>
              <a:t>3</a:t>
            </a:r>
          </a:p>
          <a:p>
            <a:pPr lvl="0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9" name="文本占位符 36">
            <a:extLst>
              <a:ext uri="{FF2B5EF4-FFF2-40B4-BE49-F238E27FC236}">
                <a16:creationId xmlns:a16="http://schemas.microsoft.com/office/drawing/2014/main" id="{F89E8BEB-E4B8-42D1-AA3C-5B6DE65EE8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6687" y="4596113"/>
            <a:ext cx="8069943" cy="1741714"/>
          </a:xfrm>
        </p:spPr>
        <p:txBody>
          <a:bodyPr>
            <a:normAutofit/>
          </a:bodyPr>
          <a:lstStyle>
            <a:lvl1pPr marL="228596" indent="-228596">
              <a:lnSpc>
                <a:spcPct val="100000"/>
              </a:lnSpc>
              <a:spcBef>
                <a:spcPts val="0"/>
              </a:spcBef>
              <a:buFont typeface="Webdings" panose="05030102010509060703" pitchFamily="18" charset="2"/>
              <a:buChar char="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0</a:t>
            </a:r>
          </a:p>
          <a:p>
            <a:pPr lvl="0"/>
            <a:r>
              <a:rPr lang="en-US" altLang="zh-CN" dirty="0"/>
              <a:t>1</a:t>
            </a:r>
          </a:p>
          <a:p>
            <a:pPr lvl="0"/>
            <a:r>
              <a:rPr lang="en-US" altLang="zh-CN" dirty="0"/>
              <a:t>2</a:t>
            </a:r>
          </a:p>
          <a:p>
            <a:pPr lvl="0"/>
            <a:r>
              <a:rPr lang="en-US" altLang="zh-CN" dirty="0"/>
              <a:t>3</a:t>
            </a:r>
          </a:p>
          <a:p>
            <a:pPr lvl="0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E4408B-134C-A9D9-6812-3A113DCE9508}"/>
              </a:ext>
            </a:extLst>
          </p:cNvPr>
          <p:cNvSpPr txBox="1"/>
          <p:nvPr userDrawn="1"/>
        </p:nvSpPr>
        <p:spPr>
          <a:xfrm>
            <a:off x="2541798" y="876007"/>
            <a:ext cx="615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6F4552-0642-BB27-3340-53933B0484A1}"/>
              </a:ext>
            </a:extLst>
          </p:cNvPr>
          <p:cNvSpPr txBox="1"/>
          <p:nvPr userDrawn="1"/>
        </p:nvSpPr>
        <p:spPr>
          <a:xfrm>
            <a:off x="2541798" y="2951947"/>
            <a:ext cx="615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F67A65-3558-DB99-0333-CDD0A7294BBA}"/>
              </a:ext>
            </a:extLst>
          </p:cNvPr>
          <p:cNvSpPr txBox="1"/>
          <p:nvPr userDrawn="1"/>
        </p:nvSpPr>
        <p:spPr>
          <a:xfrm>
            <a:off x="2541798" y="4989917"/>
            <a:ext cx="615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702F684-A42E-478A-9F64-8F9EECE8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53" y="427334"/>
            <a:ext cx="1892174" cy="5975763"/>
          </a:xfrm>
          <a:prstGeom prst="roundRect">
            <a:avLst>
              <a:gd name="adj" fmla="val 7889"/>
            </a:avLst>
          </a:prstGeom>
          <a:solidFill>
            <a:schemeClr val="bg1">
              <a:alpha val="80000"/>
            </a:schemeClr>
          </a:solidFill>
        </p:spPr>
        <p:txBody>
          <a:bodyPr wrap="none">
            <a:noAutofit/>
          </a:bodyPr>
          <a:lstStyle>
            <a:lvl1pPr algn="ctr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</a:t>
            </a:r>
          </a:p>
        </p:txBody>
      </p:sp>
    </p:spTree>
    <p:extLst>
      <p:ext uri="{BB962C8B-B14F-4D97-AF65-F5344CB8AC3E}">
        <p14:creationId xmlns:p14="http://schemas.microsoft.com/office/powerpoint/2010/main" val="27056765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3" y="1481332"/>
            <a:ext cx="5384800" cy="4525964"/>
          </a:xfrm>
        </p:spPr>
        <p:txBody>
          <a:bodyPr/>
          <a:lstStyle>
            <a:lvl1pPr>
              <a:defRPr sz="2050"/>
            </a:lvl1pPr>
            <a:lvl2pPr>
              <a:defRPr sz="1760"/>
            </a:lvl2pPr>
            <a:lvl3pPr>
              <a:defRPr sz="1465"/>
            </a:lvl3pPr>
            <a:lvl4pPr>
              <a:defRPr sz="1320"/>
            </a:lvl4pPr>
            <a:lvl5pPr>
              <a:defRPr sz="1320"/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  <a:p>
            <a:pPr lvl="3" eaLnBrk="1" latinLnBrk="0" hangingPunct="1"/>
            <a:r>
              <a:rPr lang="zh-CN" altLang="en-US" dirty="0"/>
              <a:t>第四级</a:t>
            </a:r>
          </a:p>
          <a:p>
            <a:pPr lvl="4" eaLnBrk="1" latinLnBrk="0" hangingPunct="1"/>
            <a:r>
              <a:rPr lang="zh-CN" altLang="en-US" dirty="0"/>
              <a:t>第五级</a:t>
            </a:r>
            <a:endParaRPr kumimoji="0"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4" y="1481332"/>
            <a:ext cx="5384800" cy="4525964"/>
          </a:xfrm>
        </p:spPr>
        <p:txBody>
          <a:bodyPr/>
          <a:lstStyle>
            <a:lvl1pPr>
              <a:defRPr sz="2050"/>
            </a:lvl1pPr>
            <a:lvl2pPr>
              <a:defRPr sz="1760"/>
            </a:lvl2pPr>
            <a:lvl3pPr>
              <a:defRPr sz="1465"/>
            </a:lvl3pPr>
            <a:lvl4pPr>
              <a:defRPr sz="1320"/>
            </a:lvl4pPr>
            <a:lvl5pPr>
              <a:defRPr sz="132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FCFE6-55C2-4BEB-AE13-4629E90FF3F0}" type="datetimeFigureOut">
              <a:rPr lang="zh-CN" altLang="en-US" smtClean="0">
                <a:solidFill>
                  <a:prstClr val="white"/>
                </a:solidFill>
              </a:rPr>
              <a:t>2026/3/18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F592-5AB5-48D4-9C87-0EBFDB9BC3AE}" type="slidenum">
              <a:rPr lang="zh-CN" altLang="en-US" smtClean="0">
                <a:solidFill>
                  <a:prstClr val="white"/>
                </a:solidFill>
              </a:rPr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kumimoji="0" lang="en-US" sz="3005" b="1" kern="1200" dirty="0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85949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FCFE6-55C2-4BEB-AE13-4629E90FF3F0}" type="datetimeFigureOut">
              <a:rPr lang="zh-CN" altLang="en-US" smtClean="0">
                <a:solidFill>
                  <a:prstClr val="black"/>
                </a:solidFill>
              </a:rPr>
              <a:t>2026/3/18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5F592-5AB5-48D4-9C87-0EBFDB9BC3AE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064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3F720A48-1F19-4069-8619-36FC65CA8261}"/>
              </a:ext>
            </a:extLst>
          </p:cNvPr>
          <p:cNvSpPr/>
          <p:nvPr userDrawn="1"/>
        </p:nvSpPr>
        <p:spPr>
          <a:xfrm>
            <a:off x="1248229" y="427334"/>
            <a:ext cx="10188733" cy="1872252"/>
          </a:xfrm>
          <a:prstGeom prst="roundRect">
            <a:avLst>
              <a:gd name="adj" fmla="val 5089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  <a:effectLst>
            <a:glow rad="139700">
              <a:schemeClr val="tx1">
                <a:alpha val="8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780" tIns="125724" rIns="125725" bIns="125724" numCol="1" spcCol="1270" anchor="t" anchorCtr="0">
            <a:noAutofit/>
          </a:bodyPr>
          <a:lstStyle/>
          <a:p>
            <a:pPr marL="0" lvl="1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0083E24-6FA5-4A3C-A0CA-A32417B75514}"/>
              </a:ext>
            </a:extLst>
          </p:cNvPr>
          <p:cNvSpPr/>
          <p:nvPr userDrawn="1"/>
        </p:nvSpPr>
        <p:spPr>
          <a:xfrm>
            <a:off x="1248229" y="2479088"/>
            <a:ext cx="10188733" cy="1872252"/>
          </a:xfrm>
          <a:prstGeom prst="roundRect">
            <a:avLst>
              <a:gd name="adj" fmla="val 4596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noFill/>
          </a:ln>
          <a:effectLst>
            <a:glow rad="139700">
              <a:schemeClr val="tx1">
                <a:alpha val="8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780" tIns="125724" rIns="125725" bIns="125724" numCol="1" spcCol="1270" anchor="t" anchorCtr="0">
            <a:noAutofit/>
          </a:bodyPr>
          <a:lstStyle/>
          <a:p>
            <a:pPr lvl="1" indent="-457192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þ"/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192B23B-AAC4-400E-9E0A-7B3D1400E969}"/>
              </a:ext>
            </a:extLst>
          </p:cNvPr>
          <p:cNvSpPr/>
          <p:nvPr userDrawn="1"/>
        </p:nvSpPr>
        <p:spPr>
          <a:xfrm>
            <a:off x="1248229" y="4530844"/>
            <a:ext cx="10188733" cy="1872252"/>
          </a:xfrm>
          <a:prstGeom prst="roundRect">
            <a:avLst>
              <a:gd name="adj" fmla="val 4596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  <a:effectLst>
            <a:glow rad="139700">
              <a:schemeClr val="tx1">
                <a:alpha val="80000"/>
              </a:schemeClr>
            </a:glo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02780" tIns="125724" rIns="125725" bIns="125724" numCol="1" spcCol="1270" anchor="t" anchorCtr="0">
            <a:noAutofit/>
          </a:bodyPr>
          <a:lstStyle/>
          <a:p>
            <a:pPr lvl="1" indent="-457192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Wingdings" panose="05000000000000000000" pitchFamily="2" charset="2"/>
              <a:buChar char="þ"/>
            </a:pPr>
            <a:endParaRPr lang="zh-CN" alt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180D93A1-287D-4074-B5E9-AF1C8B165DFE}"/>
              </a:ext>
            </a:extLst>
          </p:cNvPr>
          <p:cNvSpPr/>
          <p:nvPr userDrawn="1"/>
        </p:nvSpPr>
        <p:spPr>
          <a:xfrm>
            <a:off x="510478" y="623444"/>
            <a:ext cx="2557872" cy="1489220"/>
          </a:xfrm>
          <a:custGeom>
            <a:avLst/>
            <a:gdLst>
              <a:gd name="connsiteX0" fmla="*/ 661677 w 2272982"/>
              <a:gd name="connsiteY0" fmla="*/ 0 h 1323354"/>
              <a:gd name="connsiteX1" fmla="*/ 1210350 w 2272982"/>
              <a:gd name="connsiteY1" fmla="*/ 291727 h 1323354"/>
              <a:gd name="connsiteX2" fmla="*/ 1232256 w 2272982"/>
              <a:gd name="connsiteY2" fmla="*/ 332086 h 1323354"/>
              <a:gd name="connsiteX3" fmla="*/ 1947987 w 2272982"/>
              <a:gd name="connsiteY3" fmla="*/ 332086 h 1323354"/>
              <a:gd name="connsiteX4" fmla="*/ 2272982 w 2272982"/>
              <a:gd name="connsiteY4" fmla="*/ 657081 h 1323354"/>
              <a:gd name="connsiteX5" fmla="*/ 1947987 w 2272982"/>
              <a:gd name="connsiteY5" fmla="*/ 982076 h 1323354"/>
              <a:gd name="connsiteX6" fmla="*/ 1237245 w 2272982"/>
              <a:gd name="connsiteY6" fmla="*/ 982076 h 1323354"/>
              <a:gd name="connsiteX7" fmla="*/ 1210350 w 2272982"/>
              <a:gd name="connsiteY7" fmla="*/ 1031627 h 1323354"/>
              <a:gd name="connsiteX8" fmla="*/ 661677 w 2272982"/>
              <a:gd name="connsiteY8" fmla="*/ 1323354 h 1323354"/>
              <a:gd name="connsiteX9" fmla="*/ 0 w 2272982"/>
              <a:gd name="connsiteY9" fmla="*/ 661677 h 1323354"/>
              <a:gd name="connsiteX10" fmla="*/ 661677 w 2272982"/>
              <a:gd name="connsiteY10" fmla="*/ 0 h 1323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72982" h="1323354">
                <a:moveTo>
                  <a:pt x="661677" y="0"/>
                </a:moveTo>
                <a:cubicBezTo>
                  <a:pt x="890073" y="0"/>
                  <a:pt x="1091442" y="115720"/>
                  <a:pt x="1210350" y="291727"/>
                </a:cubicBezTo>
                <a:lnTo>
                  <a:pt x="1232256" y="332086"/>
                </a:lnTo>
                <a:lnTo>
                  <a:pt x="1947987" y="332086"/>
                </a:lnTo>
                <a:cubicBezTo>
                  <a:pt x="2127477" y="332086"/>
                  <a:pt x="2272982" y="477591"/>
                  <a:pt x="2272982" y="657081"/>
                </a:cubicBezTo>
                <a:cubicBezTo>
                  <a:pt x="2272982" y="836571"/>
                  <a:pt x="2127477" y="982076"/>
                  <a:pt x="1947987" y="982076"/>
                </a:cubicBezTo>
                <a:lnTo>
                  <a:pt x="1237245" y="982076"/>
                </a:lnTo>
                <a:lnTo>
                  <a:pt x="1210350" y="1031627"/>
                </a:lnTo>
                <a:cubicBezTo>
                  <a:pt x="1091442" y="1207634"/>
                  <a:pt x="890073" y="1323354"/>
                  <a:pt x="661677" y="1323354"/>
                </a:cubicBezTo>
                <a:cubicBezTo>
                  <a:pt x="296243" y="1323354"/>
                  <a:pt x="0" y="1027111"/>
                  <a:pt x="0" y="661677"/>
                </a:cubicBezTo>
                <a:cubicBezTo>
                  <a:pt x="0" y="296243"/>
                  <a:pt x="296243" y="0"/>
                  <a:pt x="66167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00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4CECE1D3-E4D7-4C12-9FD8-FA8244867B06}"/>
              </a:ext>
            </a:extLst>
          </p:cNvPr>
          <p:cNvSpPr/>
          <p:nvPr userDrawn="1"/>
        </p:nvSpPr>
        <p:spPr>
          <a:xfrm>
            <a:off x="510478" y="2675199"/>
            <a:ext cx="2557872" cy="1489220"/>
          </a:xfrm>
          <a:custGeom>
            <a:avLst/>
            <a:gdLst>
              <a:gd name="connsiteX0" fmla="*/ 661677 w 2272982"/>
              <a:gd name="connsiteY0" fmla="*/ 0 h 1323354"/>
              <a:gd name="connsiteX1" fmla="*/ 1210350 w 2272982"/>
              <a:gd name="connsiteY1" fmla="*/ 291727 h 1323354"/>
              <a:gd name="connsiteX2" fmla="*/ 1232256 w 2272982"/>
              <a:gd name="connsiteY2" fmla="*/ 332086 h 1323354"/>
              <a:gd name="connsiteX3" fmla="*/ 1947987 w 2272982"/>
              <a:gd name="connsiteY3" fmla="*/ 332086 h 1323354"/>
              <a:gd name="connsiteX4" fmla="*/ 2272982 w 2272982"/>
              <a:gd name="connsiteY4" fmla="*/ 657081 h 1323354"/>
              <a:gd name="connsiteX5" fmla="*/ 1947987 w 2272982"/>
              <a:gd name="connsiteY5" fmla="*/ 982076 h 1323354"/>
              <a:gd name="connsiteX6" fmla="*/ 1237245 w 2272982"/>
              <a:gd name="connsiteY6" fmla="*/ 982076 h 1323354"/>
              <a:gd name="connsiteX7" fmla="*/ 1210350 w 2272982"/>
              <a:gd name="connsiteY7" fmla="*/ 1031627 h 1323354"/>
              <a:gd name="connsiteX8" fmla="*/ 661677 w 2272982"/>
              <a:gd name="connsiteY8" fmla="*/ 1323354 h 1323354"/>
              <a:gd name="connsiteX9" fmla="*/ 0 w 2272982"/>
              <a:gd name="connsiteY9" fmla="*/ 661677 h 1323354"/>
              <a:gd name="connsiteX10" fmla="*/ 661677 w 2272982"/>
              <a:gd name="connsiteY10" fmla="*/ 0 h 1323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72982" h="1323354">
                <a:moveTo>
                  <a:pt x="661677" y="0"/>
                </a:moveTo>
                <a:cubicBezTo>
                  <a:pt x="890073" y="0"/>
                  <a:pt x="1091442" y="115720"/>
                  <a:pt x="1210350" y="291727"/>
                </a:cubicBezTo>
                <a:lnTo>
                  <a:pt x="1232256" y="332086"/>
                </a:lnTo>
                <a:lnTo>
                  <a:pt x="1947987" y="332086"/>
                </a:lnTo>
                <a:cubicBezTo>
                  <a:pt x="2127477" y="332086"/>
                  <a:pt x="2272982" y="477591"/>
                  <a:pt x="2272982" y="657081"/>
                </a:cubicBezTo>
                <a:cubicBezTo>
                  <a:pt x="2272982" y="836571"/>
                  <a:pt x="2127477" y="982076"/>
                  <a:pt x="1947987" y="982076"/>
                </a:cubicBezTo>
                <a:lnTo>
                  <a:pt x="1237245" y="982076"/>
                </a:lnTo>
                <a:lnTo>
                  <a:pt x="1210350" y="1031627"/>
                </a:lnTo>
                <a:cubicBezTo>
                  <a:pt x="1091442" y="1207634"/>
                  <a:pt x="890073" y="1323354"/>
                  <a:pt x="661677" y="1323354"/>
                </a:cubicBezTo>
                <a:cubicBezTo>
                  <a:pt x="296243" y="1323354"/>
                  <a:pt x="0" y="1027111"/>
                  <a:pt x="0" y="661677"/>
                </a:cubicBezTo>
                <a:cubicBezTo>
                  <a:pt x="0" y="296243"/>
                  <a:pt x="296243" y="0"/>
                  <a:pt x="661677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6" tIns="45718" rIns="91436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30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835E0BC4-916E-46F3-8A7E-C4F95D2A8B99}"/>
              </a:ext>
            </a:extLst>
          </p:cNvPr>
          <p:cNvSpPr/>
          <p:nvPr userDrawn="1"/>
        </p:nvSpPr>
        <p:spPr>
          <a:xfrm>
            <a:off x="510478" y="4726955"/>
            <a:ext cx="2557872" cy="1489220"/>
          </a:xfrm>
          <a:custGeom>
            <a:avLst/>
            <a:gdLst>
              <a:gd name="connsiteX0" fmla="*/ 661677 w 2272982"/>
              <a:gd name="connsiteY0" fmla="*/ 0 h 1323354"/>
              <a:gd name="connsiteX1" fmla="*/ 1210350 w 2272982"/>
              <a:gd name="connsiteY1" fmla="*/ 291727 h 1323354"/>
              <a:gd name="connsiteX2" fmla="*/ 1232256 w 2272982"/>
              <a:gd name="connsiteY2" fmla="*/ 332086 h 1323354"/>
              <a:gd name="connsiteX3" fmla="*/ 1947987 w 2272982"/>
              <a:gd name="connsiteY3" fmla="*/ 332086 h 1323354"/>
              <a:gd name="connsiteX4" fmla="*/ 2272982 w 2272982"/>
              <a:gd name="connsiteY4" fmla="*/ 657081 h 1323354"/>
              <a:gd name="connsiteX5" fmla="*/ 1947987 w 2272982"/>
              <a:gd name="connsiteY5" fmla="*/ 982076 h 1323354"/>
              <a:gd name="connsiteX6" fmla="*/ 1237245 w 2272982"/>
              <a:gd name="connsiteY6" fmla="*/ 982076 h 1323354"/>
              <a:gd name="connsiteX7" fmla="*/ 1210350 w 2272982"/>
              <a:gd name="connsiteY7" fmla="*/ 1031627 h 1323354"/>
              <a:gd name="connsiteX8" fmla="*/ 661677 w 2272982"/>
              <a:gd name="connsiteY8" fmla="*/ 1323354 h 1323354"/>
              <a:gd name="connsiteX9" fmla="*/ 0 w 2272982"/>
              <a:gd name="connsiteY9" fmla="*/ 661677 h 1323354"/>
              <a:gd name="connsiteX10" fmla="*/ 661677 w 2272982"/>
              <a:gd name="connsiteY10" fmla="*/ 0 h 1323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72982" h="1323354">
                <a:moveTo>
                  <a:pt x="661677" y="0"/>
                </a:moveTo>
                <a:cubicBezTo>
                  <a:pt x="890073" y="0"/>
                  <a:pt x="1091442" y="115720"/>
                  <a:pt x="1210350" y="291727"/>
                </a:cubicBezTo>
                <a:lnTo>
                  <a:pt x="1232256" y="332086"/>
                </a:lnTo>
                <a:lnTo>
                  <a:pt x="1947987" y="332086"/>
                </a:lnTo>
                <a:cubicBezTo>
                  <a:pt x="2127477" y="332086"/>
                  <a:pt x="2272982" y="477591"/>
                  <a:pt x="2272982" y="657081"/>
                </a:cubicBezTo>
                <a:cubicBezTo>
                  <a:pt x="2272982" y="836571"/>
                  <a:pt x="2127477" y="982076"/>
                  <a:pt x="1947987" y="982076"/>
                </a:cubicBezTo>
                <a:lnTo>
                  <a:pt x="1237245" y="982076"/>
                </a:lnTo>
                <a:lnTo>
                  <a:pt x="1210350" y="1031627"/>
                </a:lnTo>
                <a:cubicBezTo>
                  <a:pt x="1091442" y="1207634"/>
                  <a:pt x="890073" y="1323354"/>
                  <a:pt x="661677" y="1323354"/>
                </a:cubicBezTo>
                <a:cubicBezTo>
                  <a:pt x="296243" y="1323354"/>
                  <a:pt x="0" y="1027111"/>
                  <a:pt x="0" y="661677"/>
                </a:cubicBezTo>
                <a:cubicBezTo>
                  <a:pt x="0" y="296243"/>
                  <a:pt x="296243" y="0"/>
                  <a:pt x="661677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6" tIns="45718" rIns="91436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30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CEB30F3-F63E-4754-92EA-F19A79A894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54" y="2872307"/>
            <a:ext cx="1096282" cy="109628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10D6F42-9613-4536-B67D-3ADAEA43C1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68" y="794426"/>
            <a:ext cx="1074376" cy="107437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AA868F2-1866-47DC-860E-6EEC76063AB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19" y="5072854"/>
            <a:ext cx="993786" cy="82006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92BB78A-E9CE-4ACD-9DD4-545CA9F8C37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817075" y="962005"/>
            <a:ext cx="1237595" cy="96325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5F5F47D-CE21-405E-B546-0BB4599E493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817075" y="3042356"/>
            <a:ext cx="1237595" cy="96325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8176E0F-46C5-43B4-99B8-022D9A68C27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817075" y="5072854"/>
            <a:ext cx="1237595" cy="963251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5648BC2C-0CD2-48E5-B5A1-D7F663A87987}"/>
              </a:ext>
            </a:extLst>
          </p:cNvPr>
          <p:cNvSpPr/>
          <p:nvPr userDrawn="1"/>
        </p:nvSpPr>
        <p:spPr>
          <a:xfrm>
            <a:off x="-2031325" y="837162"/>
            <a:ext cx="2031325" cy="10525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dirty="0">
                <a:solidFill>
                  <a:srgbClr val="203864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这里填写 </a:t>
            </a:r>
            <a:r>
              <a:rPr lang="en-US" altLang="zh-CN" sz="1600" b="1" dirty="0">
                <a:solidFill>
                  <a:srgbClr val="203864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endParaRPr lang="en-US" altLang="zh-CN" sz="1600" b="1" dirty="0">
              <a:solidFill>
                <a:srgbClr val="203864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dirty="0">
                <a:solidFill>
                  <a:srgbClr val="203864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问题的背景或场景、</a:t>
            </a:r>
            <a:br>
              <a:rPr lang="en-US" altLang="zh-CN" sz="1600" dirty="0">
                <a:solidFill>
                  <a:srgbClr val="203864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solidFill>
                  <a:srgbClr val="203864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待要解决的问题、</a:t>
            </a:r>
            <a:endParaRPr lang="en-US" altLang="zh-CN" sz="1600" dirty="0">
              <a:solidFill>
                <a:srgbClr val="203864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dirty="0">
                <a:solidFill>
                  <a:srgbClr val="203864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期望达成的目标等。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2D158C-8984-4C7F-A698-4F03653CE920}"/>
              </a:ext>
            </a:extLst>
          </p:cNvPr>
          <p:cNvSpPr/>
          <p:nvPr userDrawn="1"/>
        </p:nvSpPr>
        <p:spPr>
          <a:xfrm>
            <a:off x="-2236511" y="2754862"/>
            <a:ext cx="2236511" cy="10525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dirty="0">
                <a:solidFill>
                  <a:srgbClr val="385723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这里填写 </a:t>
            </a:r>
            <a:r>
              <a:rPr lang="en-US" altLang="zh-CN" sz="1600" b="1" dirty="0">
                <a:solidFill>
                  <a:srgbClr val="385723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</a:t>
            </a:r>
            <a:endParaRPr lang="en-US" altLang="zh-CN" sz="1600" b="1" dirty="0">
              <a:solidFill>
                <a:srgbClr val="385723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dirty="0">
                <a:solidFill>
                  <a:srgbClr val="385723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创想中的新意和思路、</a:t>
            </a:r>
            <a:br>
              <a:rPr lang="en-US" altLang="zh-CN" sz="1600" dirty="0">
                <a:solidFill>
                  <a:srgbClr val="385723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solidFill>
                  <a:srgbClr val="385723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大致的的实现方案、</a:t>
            </a:r>
            <a:endParaRPr lang="en-US" altLang="zh-CN" sz="1600" dirty="0">
              <a:solidFill>
                <a:srgbClr val="385723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dirty="0">
                <a:solidFill>
                  <a:srgbClr val="385723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重点和关键技术。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1E91D7C-873C-497A-9341-EEF3658720AF}"/>
              </a:ext>
            </a:extLst>
          </p:cNvPr>
          <p:cNvSpPr/>
          <p:nvPr userDrawn="1"/>
        </p:nvSpPr>
        <p:spPr>
          <a:xfrm>
            <a:off x="-2441694" y="4940301"/>
            <a:ext cx="2441695" cy="10895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>
                <a:solidFill>
                  <a:srgbClr val="843C0C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这里填写 </a:t>
            </a:r>
            <a:r>
              <a:rPr lang="en-US" altLang="zh-CN" sz="1600" b="1">
                <a:solidFill>
                  <a:srgbClr val="843C0C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endParaRPr lang="en-US" altLang="zh-CN" sz="1600" b="1">
              <a:solidFill>
                <a:srgbClr val="843C0C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>
                <a:solidFill>
                  <a:srgbClr val="843C0C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创想中亟待解决的问题、</a:t>
            </a:r>
            <a:endParaRPr lang="en-US" altLang="zh-CN" sz="1600">
              <a:solidFill>
                <a:srgbClr val="843C0C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>
                <a:solidFill>
                  <a:srgbClr val="843C0C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未知和不确定之处、</a:t>
            </a:r>
            <a:endParaRPr lang="en-US" altLang="zh-CN" sz="1600">
              <a:solidFill>
                <a:srgbClr val="843C0C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r" defTabSz="115568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>
                <a:solidFill>
                  <a:srgbClr val="843C0C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潜在的风险。</a:t>
            </a:r>
            <a:endParaRPr lang="zh-CN" altLang="en-US" sz="1600" dirty="0">
              <a:solidFill>
                <a:srgbClr val="843C0C">
                  <a:alpha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36">
            <a:extLst>
              <a:ext uri="{FF2B5EF4-FFF2-40B4-BE49-F238E27FC236}">
                <a16:creationId xmlns:a16="http://schemas.microsoft.com/office/drawing/2014/main" id="{665244FA-EB8C-490B-A584-393D3B6541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6687" y="493487"/>
            <a:ext cx="8069943" cy="1741714"/>
          </a:xfrm>
        </p:spPr>
        <p:txBody>
          <a:bodyPr>
            <a:normAutofit/>
          </a:bodyPr>
          <a:lstStyle>
            <a:lvl1pPr marL="228596" indent="-228596">
              <a:lnSpc>
                <a:spcPct val="100000"/>
              </a:lnSpc>
              <a:spcBef>
                <a:spcPts val="0"/>
              </a:spcBef>
              <a:buFont typeface="Webdings" panose="05030102010509060703" pitchFamily="18" charset="2"/>
              <a:buChar char="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0</a:t>
            </a:r>
          </a:p>
          <a:p>
            <a:pPr lvl="0"/>
            <a:r>
              <a:rPr lang="en-US" altLang="zh-CN" dirty="0"/>
              <a:t>1</a:t>
            </a:r>
          </a:p>
          <a:p>
            <a:pPr lvl="0"/>
            <a:r>
              <a:rPr lang="en-US" altLang="zh-CN" dirty="0"/>
              <a:t>2</a:t>
            </a:r>
          </a:p>
          <a:p>
            <a:pPr lvl="0"/>
            <a:r>
              <a:rPr lang="en-US" altLang="zh-CN" dirty="0"/>
              <a:t>3</a:t>
            </a:r>
          </a:p>
          <a:p>
            <a:pPr lvl="0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8" name="文本占位符 36">
            <a:extLst>
              <a:ext uri="{FF2B5EF4-FFF2-40B4-BE49-F238E27FC236}">
                <a16:creationId xmlns:a16="http://schemas.microsoft.com/office/drawing/2014/main" id="{52502E1C-C2E4-4CC5-A359-FC3F93127B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6687" y="2558143"/>
            <a:ext cx="8069943" cy="1741714"/>
          </a:xfrm>
        </p:spPr>
        <p:txBody>
          <a:bodyPr>
            <a:normAutofit/>
          </a:bodyPr>
          <a:lstStyle>
            <a:lvl1pPr marL="228596" indent="-228596">
              <a:lnSpc>
                <a:spcPct val="100000"/>
              </a:lnSpc>
              <a:spcBef>
                <a:spcPts val="0"/>
              </a:spcBef>
              <a:buFont typeface="Webdings" panose="05030102010509060703" pitchFamily="18" charset="2"/>
              <a:buChar char="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0</a:t>
            </a:r>
          </a:p>
          <a:p>
            <a:pPr lvl="0"/>
            <a:r>
              <a:rPr lang="en-US" altLang="zh-CN" dirty="0"/>
              <a:t>1</a:t>
            </a:r>
          </a:p>
          <a:p>
            <a:pPr lvl="0"/>
            <a:r>
              <a:rPr lang="en-US" altLang="zh-CN" dirty="0"/>
              <a:t>2</a:t>
            </a:r>
          </a:p>
          <a:p>
            <a:pPr lvl="0"/>
            <a:r>
              <a:rPr lang="en-US" altLang="zh-CN" dirty="0"/>
              <a:t>3</a:t>
            </a:r>
          </a:p>
          <a:p>
            <a:pPr lvl="0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9" name="文本占位符 36">
            <a:extLst>
              <a:ext uri="{FF2B5EF4-FFF2-40B4-BE49-F238E27FC236}">
                <a16:creationId xmlns:a16="http://schemas.microsoft.com/office/drawing/2014/main" id="{F89E8BEB-E4B8-42D1-AA3C-5B6DE65EE8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6687" y="4596113"/>
            <a:ext cx="8069943" cy="1741714"/>
          </a:xfrm>
        </p:spPr>
        <p:txBody>
          <a:bodyPr>
            <a:normAutofit/>
          </a:bodyPr>
          <a:lstStyle>
            <a:lvl1pPr marL="228596" indent="-228596">
              <a:lnSpc>
                <a:spcPct val="100000"/>
              </a:lnSpc>
              <a:spcBef>
                <a:spcPts val="0"/>
              </a:spcBef>
              <a:buFont typeface="Webdings" panose="05030102010509060703" pitchFamily="18" charset="2"/>
              <a:buChar char="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0</a:t>
            </a:r>
          </a:p>
          <a:p>
            <a:pPr lvl="0"/>
            <a:r>
              <a:rPr lang="en-US" altLang="zh-CN" dirty="0"/>
              <a:t>1</a:t>
            </a:r>
          </a:p>
          <a:p>
            <a:pPr lvl="0"/>
            <a:r>
              <a:rPr lang="en-US" altLang="zh-CN" dirty="0"/>
              <a:t>2</a:t>
            </a:r>
          </a:p>
          <a:p>
            <a:pPr lvl="0"/>
            <a:r>
              <a:rPr lang="en-US" altLang="zh-CN" dirty="0"/>
              <a:t>3</a:t>
            </a:r>
          </a:p>
          <a:p>
            <a:pPr lvl="0"/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406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28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77000">
              <a:srgbClr val="DCEAF6"/>
            </a:gs>
            <a:gs pos="30000">
              <a:schemeClr val="bg1"/>
            </a:gs>
            <a:gs pos="100000">
              <a:schemeClr val="accent1">
                <a:lumMod val="60000"/>
                <a:lumOff val="40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3">
            <a:extLst>
              <a:ext uri="{FF2B5EF4-FFF2-40B4-BE49-F238E27FC236}">
                <a16:creationId xmlns:a16="http://schemas.microsoft.com/office/drawing/2014/main" id="{8EF96D85-32E3-4CCC-80CF-5278F9E04D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00" b="29228"/>
          <a:stretch/>
        </p:blipFill>
        <p:spPr>
          <a:xfrm>
            <a:off x="1" y="5776333"/>
            <a:ext cx="12192000" cy="1081673"/>
          </a:xfrm>
          <a:prstGeom prst="rect">
            <a:avLst/>
          </a:prstGeom>
        </p:spPr>
      </p:pic>
      <p:pic>
        <p:nvPicPr>
          <p:cNvPr id="8" name="!!SWOT">
            <a:extLst>
              <a:ext uri="{FF2B5EF4-FFF2-40B4-BE49-F238E27FC236}">
                <a16:creationId xmlns:a16="http://schemas.microsoft.com/office/drawing/2014/main" id="{550DDE4B-3557-4A47-9A0E-A721066853E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6" y="622063"/>
            <a:ext cx="753559" cy="747377"/>
          </a:xfrm>
          <a:prstGeom prst="rect">
            <a:avLst/>
          </a:prstGeom>
        </p:spPr>
      </p:pic>
      <p:pic>
        <p:nvPicPr>
          <p:cNvPr id="9" name="!!GMC">
            <a:extLst>
              <a:ext uri="{FF2B5EF4-FFF2-40B4-BE49-F238E27FC236}">
                <a16:creationId xmlns:a16="http://schemas.microsoft.com/office/drawing/2014/main" id="{D8D53042-4195-446A-BEFE-BF25306D47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328" t="12457" r="8375" b="10962"/>
          <a:stretch/>
        </p:blipFill>
        <p:spPr>
          <a:xfrm>
            <a:off x="95545" y="1734600"/>
            <a:ext cx="733911" cy="455276"/>
          </a:xfrm>
          <a:prstGeom prst="rect">
            <a:avLst/>
          </a:prstGeom>
        </p:spPr>
      </p:pic>
      <p:pic>
        <p:nvPicPr>
          <p:cNvPr id="10" name="!!GM" descr="图标&#10;&#10;描述已自动生成">
            <a:extLst>
              <a:ext uri="{FF2B5EF4-FFF2-40B4-BE49-F238E27FC236}">
                <a16:creationId xmlns:a16="http://schemas.microsoft.com/office/drawing/2014/main" id="{CCCEAC81-7C82-474E-94F8-8AF80152493E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86" y="2599100"/>
            <a:ext cx="704913" cy="704881"/>
          </a:xfrm>
          <a:prstGeom prst="rect">
            <a:avLst/>
          </a:prstGeom>
        </p:spPr>
      </p:pic>
      <p:pic>
        <p:nvPicPr>
          <p:cNvPr id="11" name="!!ID" descr="图标&#10;&#10;描述已自动生成">
            <a:extLst>
              <a:ext uri="{FF2B5EF4-FFF2-40B4-BE49-F238E27FC236}">
                <a16:creationId xmlns:a16="http://schemas.microsoft.com/office/drawing/2014/main" id="{D892103D-543B-479C-BD90-B1F3ABAB7A75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rightnessContrast bright="20000" contrast="-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1" y="3541498"/>
            <a:ext cx="771261" cy="74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5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xStyles>
    <p:titleStyle>
      <a:lvl1pPr algn="l" defTabSz="91444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0" indent="-228610" algn="l" defTabSz="91444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1" indent="-228610" algn="l" defTabSz="9144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1" indent="-228610" algn="l" defTabSz="9144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71" indent="-228610" algn="l" defTabSz="9144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93" indent="-228610" algn="l" defTabSz="9144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12" indent="-228610" algn="l" defTabSz="9144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33" indent="-228610" algn="l" defTabSz="9144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53" indent="-228610" algn="l" defTabSz="9144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73" indent="-228610" algn="l" defTabSz="9144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0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1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1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1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02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22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42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63" algn="l" defTabSz="9144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666481E-A71A-44CF-A8FC-DB8E2D0B7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869" y="1086884"/>
            <a:ext cx="11599752" cy="5124639"/>
          </a:xfrm>
        </p:spPr>
        <p:txBody>
          <a:bodyPr/>
          <a:lstStyle/>
          <a:p>
            <a:pPr marL="288540" lvl="1" indent="-228060">
              <a:lnSpc>
                <a:spcPct val="100000"/>
              </a:lnSpc>
              <a:spcBef>
                <a:spcPts val="0"/>
              </a:spcBef>
              <a:tabLst>
                <a:tab pos="356580" algn="l"/>
              </a:tabLst>
            </a:pPr>
            <a:r>
              <a:rPr lang="zh-CN" altLang="en-US" sz="2381" dirty="0">
                <a:solidFill>
                  <a:srgbClr val="C00000"/>
                </a:solidFill>
              </a:rPr>
              <a:t>基本原理：</a:t>
            </a:r>
            <a:br>
              <a:rPr lang="en-US" altLang="zh-CN" sz="2381" dirty="0">
                <a:solidFill>
                  <a:srgbClr val="C00000"/>
                </a:solidFill>
              </a:rPr>
            </a:br>
            <a:r>
              <a:rPr lang="en-US" altLang="zh-CN" sz="2381" dirty="0">
                <a:solidFill>
                  <a:srgbClr val="C00000"/>
                </a:solidFill>
              </a:rPr>
              <a:t>	</a:t>
            </a:r>
            <a:r>
              <a:rPr lang="zh-CN" altLang="en-US" sz="2381" dirty="0"/>
              <a:t>① 将异种静电粒子风分别吹向两侧；</a:t>
            </a:r>
            <a:endParaRPr lang="en-US" altLang="zh-CN" sz="2381" dirty="0"/>
          </a:p>
          <a:p>
            <a:pPr marL="60480" lvl="1" indent="0">
              <a:lnSpc>
                <a:spcPct val="100000"/>
              </a:lnSpc>
              <a:spcBef>
                <a:spcPts val="0"/>
              </a:spcBef>
              <a:buNone/>
              <a:tabLst>
                <a:tab pos="356580" algn="l"/>
              </a:tabLst>
            </a:pPr>
            <a:r>
              <a:rPr lang="en-US" altLang="zh-CN" sz="2381" dirty="0"/>
              <a:t>	</a:t>
            </a:r>
            <a:r>
              <a:rPr lang="zh-CN" altLang="en-US" sz="2381" dirty="0"/>
              <a:t>② 逐步移动压条，直至释放一页；</a:t>
            </a:r>
            <a:endParaRPr lang="en-US" altLang="zh-CN" sz="2381" dirty="0"/>
          </a:p>
          <a:p>
            <a:pPr marL="60480" lvl="1" indent="0">
              <a:lnSpc>
                <a:spcPct val="100000"/>
              </a:lnSpc>
              <a:spcBef>
                <a:spcPts val="0"/>
              </a:spcBef>
              <a:buNone/>
              <a:tabLst>
                <a:tab pos="356580" algn="l"/>
              </a:tabLst>
            </a:pPr>
            <a:r>
              <a:rPr lang="en-US" altLang="zh-CN" sz="2381" dirty="0">
                <a:solidFill>
                  <a:srgbClr val="C00000"/>
                </a:solidFill>
              </a:rPr>
              <a:t>	</a:t>
            </a:r>
            <a:r>
              <a:rPr lang="zh-CN" altLang="en-US" sz="2381" dirty="0"/>
              <a:t>③ 书页自动翻到另一边，并吸合；</a:t>
            </a:r>
            <a:r>
              <a:rPr lang="zh-CN" altLang="en-US" dirty="0"/>
              <a:t> </a:t>
            </a:r>
            <a:endParaRPr lang="en-US" altLang="zh-CN" dirty="0"/>
          </a:p>
          <a:p>
            <a:pPr marL="288540" lvl="1" indent="-228060">
              <a:tabLst>
                <a:tab pos="1926538" algn="l"/>
              </a:tabLst>
            </a:pPr>
            <a:r>
              <a:rPr lang="zh-CN" altLang="en-US" sz="2381" dirty="0">
                <a:solidFill>
                  <a:srgbClr val="C00000"/>
                </a:solidFill>
              </a:rPr>
              <a:t>拓展功能：</a:t>
            </a:r>
            <a:endParaRPr lang="en-US" altLang="zh-CN" sz="2381" dirty="0">
              <a:solidFill>
                <a:srgbClr val="C00000"/>
              </a:solidFill>
            </a:endParaRPr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A 	</a:t>
            </a:r>
            <a:r>
              <a:rPr lang="zh-CN" altLang="en-US" sz="2064" dirty="0">
                <a:solidFill>
                  <a:srgbClr val="C00000"/>
                </a:solidFill>
              </a:rPr>
              <a:t>前翻后翻：</a:t>
            </a:r>
            <a:r>
              <a:rPr lang="en-US" altLang="zh-CN" sz="2064" dirty="0">
                <a:solidFill>
                  <a:srgbClr val="C00000"/>
                </a:solidFill>
              </a:rPr>
              <a:t>	</a:t>
            </a:r>
            <a:r>
              <a:rPr lang="zh-CN" altLang="en-US" sz="2064" b="0" dirty="0"/>
              <a:t>逆向操作既可倒着翻页</a:t>
            </a:r>
            <a:endParaRPr lang="en-US" altLang="zh-CN" sz="2064" b="0" dirty="0"/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B 	</a:t>
            </a:r>
            <a:r>
              <a:rPr lang="zh-CN" altLang="en-US" sz="2064" dirty="0">
                <a:solidFill>
                  <a:srgbClr val="C00000"/>
                </a:solidFill>
              </a:rPr>
              <a:t>避免翘角：</a:t>
            </a:r>
            <a:r>
              <a:rPr lang="en-US" altLang="zh-CN" sz="2064" dirty="0">
                <a:solidFill>
                  <a:srgbClr val="C00000"/>
                </a:solidFill>
              </a:rPr>
              <a:t>	</a:t>
            </a:r>
            <a:r>
              <a:rPr lang="zh-CN" altLang="en-US" sz="2064" b="0" dirty="0"/>
              <a:t>若翻页后因静电导致翘角，吹微量异种电荷</a:t>
            </a:r>
            <a:endParaRPr lang="en-US" altLang="zh-CN" sz="2064" b="0" dirty="0"/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C1	</a:t>
            </a:r>
            <a:r>
              <a:rPr lang="zh-CN" altLang="en-US" sz="2064" dirty="0">
                <a:solidFill>
                  <a:srgbClr val="C00000"/>
                </a:solidFill>
              </a:rPr>
              <a:t>向前吹风：</a:t>
            </a:r>
            <a:r>
              <a:rPr lang="en-US" altLang="zh-CN" sz="2064" dirty="0">
                <a:solidFill>
                  <a:srgbClr val="C00000"/>
                </a:solidFill>
              </a:rPr>
              <a:t>	</a:t>
            </a:r>
            <a:r>
              <a:rPr lang="zh-CN" altLang="en-US" sz="2064" b="0" dirty="0"/>
              <a:t>避免风吹到读者，导致沾染大量静电荷；</a:t>
            </a:r>
            <a:endParaRPr lang="en-US" altLang="zh-CN" sz="2064" b="0" dirty="0"/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C2A	</a:t>
            </a:r>
            <a:r>
              <a:rPr lang="zh-CN" altLang="en-US" sz="2064" dirty="0">
                <a:solidFill>
                  <a:srgbClr val="C00000"/>
                </a:solidFill>
              </a:rPr>
              <a:t>消除静电：</a:t>
            </a:r>
            <a:r>
              <a:rPr lang="en-US" altLang="zh-CN" sz="2064" dirty="0">
                <a:solidFill>
                  <a:srgbClr val="C00000"/>
                </a:solidFill>
              </a:rPr>
              <a:t>	</a:t>
            </a:r>
            <a:r>
              <a:rPr lang="zh-CN" altLang="en-US" sz="2064" b="0" dirty="0"/>
              <a:t>吹出异种电荷，降低风中电荷量</a:t>
            </a:r>
            <a:endParaRPr lang="en-US" altLang="zh-CN" sz="2064" b="0" dirty="0"/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C2B	</a:t>
            </a:r>
            <a:r>
              <a:rPr lang="zh-CN" altLang="en-US" sz="2064" dirty="0">
                <a:solidFill>
                  <a:srgbClr val="C00000"/>
                </a:solidFill>
              </a:rPr>
              <a:t>静电吸附：</a:t>
            </a:r>
            <a:r>
              <a:rPr lang="en-US" altLang="zh-CN" sz="2064" dirty="0">
                <a:solidFill>
                  <a:srgbClr val="C00000"/>
                </a:solidFill>
              </a:rPr>
              <a:t>	</a:t>
            </a:r>
            <a:r>
              <a:rPr lang="zh-CN" altLang="en-US" sz="2064" b="0" dirty="0"/>
              <a:t>形成对流风，并消除静电</a:t>
            </a:r>
            <a:endParaRPr lang="en-US" altLang="zh-CN" sz="2064" b="0" dirty="0"/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D 	</a:t>
            </a:r>
            <a:r>
              <a:rPr lang="zh-CN" altLang="en-US" sz="2064" dirty="0">
                <a:solidFill>
                  <a:srgbClr val="C00000"/>
                </a:solidFill>
              </a:rPr>
              <a:t>电池模式：</a:t>
            </a:r>
            <a:r>
              <a:rPr lang="en-US" altLang="zh-CN" sz="2064" dirty="0">
                <a:solidFill>
                  <a:srgbClr val="C00000"/>
                </a:solidFill>
              </a:rPr>
              <a:t>	</a:t>
            </a:r>
            <a:r>
              <a:rPr lang="zh-CN" altLang="en-US" sz="2064" b="0" dirty="0"/>
              <a:t>以便于携带</a:t>
            </a:r>
            <a:endParaRPr lang="en-US" altLang="zh-CN" sz="2064" b="0" dirty="0"/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D+	</a:t>
            </a:r>
            <a:r>
              <a:rPr lang="zh-CN" altLang="en-US" sz="2064" dirty="0">
                <a:solidFill>
                  <a:srgbClr val="C00000"/>
                </a:solidFill>
              </a:rPr>
              <a:t>自动待机：</a:t>
            </a:r>
            <a:r>
              <a:rPr lang="en-US" altLang="zh-CN" sz="2064" dirty="0">
                <a:solidFill>
                  <a:srgbClr val="C00000"/>
                </a:solidFill>
              </a:rPr>
              <a:t>	</a:t>
            </a:r>
            <a:r>
              <a:rPr lang="zh-CN" altLang="en-US" sz="2064" b="0" dirty="0"/>
              <a:t>电池模式下，检测不到使用者头像，则自动转入低功耗待机</a:t>
            </a:r>
            <a:endParaRPr lang="en-US" altLang="zh-CN" sz="2064" b="0" dirty="0"/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E 	</a:t>
            </a:r>
            <a:r>
              <a:rPr lang="zh-CN" altLang="en-US" sz="2064" dirty="0">
                <a:solidFill>
                  <a:srgbClr val="C00000"/>
                </a:solidFill>
              </a:rPr>
              <a:t>免手操作：</a:t>
            </a:r>
            <a:r>
              <a:rPr lang="en-US" altLang="zh-CN" sz="2064" dirty="0">
                <a:solidFill>
                  <a:srgbClr val="C00000"/>
                </a:solidFill>
              </a:rPr>
              <a:t>	</a:t>
            </a:r>
            <a:r>
              <a:rPr lang="zh-CN" altLang="en-US" sz="2064" b="0" dirty="0"/>
              <a:t>① 摄像头识别“闭眼</a:t>
            </a:r>
            <a:r>
              <a:rPr lang="en-US" altLang="zh-CN" sz="2064" b="0" dirty="0"/>
              <a:t>+</a:t>
            </a:r>
            <a:r>
              <a:rPr lang="zh-CN" altLang="en-US" sz="2064" b="0" dirty="0"/>
              <a:t>扭头”启动翻页；② 语音控制</a:t>
            </a:r>
            <a:endParaRPr lang="en-US" altLang="zh-CN" sz="2064" b="0" dirty="0"/>
          </a:p>
          <a:p>
            <a:pPr marL="362118" lvl="2" indent="0">
              <a:buNone/>
              <a:tabLst>
                <a:tab pos="1070999" algn="l"/>
                <a:tab pos="2557797" algn="l"/>
              </a:tabLst>
            </a:pPr>
            <a:r>
              <a:rPr lang="en-US" altLang="zh-CN" sz="2064" dirty="0">
                <a:solidFill>
                  <a:srgbClr val="C00000"/>
                </a:solidFill>
              </a:rPr>
              <a:t>F 	OCR+AI</a:t>
            </a:r>
            <a:r>
              <a:rPr lang="zh-CN" altLang="en-US" sz="2064" dirty="0">
                <a:solidFill>
                  <a:srgbClr val="C00000"/>
                </a:solidFill>
              </a:rPr>
              <a:t>： </a:t>
            </a:r>
            <a:r>
              <a:rPr lang="zh-CN" altLang="en-US" sz="2064" b="0" dirty="0">
                <a:effectLst>
                  <a:glow rad="254000">
                    <a:srgbClr val="FFFFFF"/>
                  </a:glow>
                </a:effectLst>
              </a:rPr>
              <a:t>自动给出当前页面大意</a:t>
            </a:r>
            <a:r>
              <a:rPr lang="en-US" altLang="zh-CN" sz="2064" b="0" dirty="0">
                <a:effectLst>
                  <a:glow rad="254000">
                    <a:srgbClr val="FFFFFF"/>
                  </a:glow>
                </a:effectLst>
              </a:rPr>
              <a:t>  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F5EAC93E-CC54-465F-9521-EA657D1B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18" y="379910"/>
            <a:ext cx="5315071" cy="663573"/>
          </a:xfrm>
        </p:spPr>
        <p:txBody>
          <a:bodyPr/>
          <a:lstStyle/>
          <a:p>
            <a:r>
              <a:rPr lang="zh-CN" altLang="en-US" dirty="0"/>
              <a:t>（构想）书本自动翻页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86F1CD-4C72-47EE-8CB1-16EEF2A8E2C4}"/>
              </a:ext>
            </a:extLst>
          </p:cNvPr>
          <p:cNvSpPr/>
          <p:nvPr/>
        </p:nvSpPr>
        <p:spPr>
          <a:xfrm>
            <a:off x="8733287" y="3251112"/>
            <a:ext cx="3166841" cy="1564121"/>
          </a:xfrm>
          <a:prstGeom prst="rect">
            <a:avLst/>
          </a:prstGeom>
          <a:solidFill>
            <a:srgbClr val="002060"/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57"/>
            <a:r>
              <a:rPr lang="zh-CN" altLang="en-US" sz="2857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请使用模板</a:t>
            </a:r>
            <a:endParaRPr lang="en-US" altLang="zh-CN" sz="2857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57"/>
            <a:r>
              <a:rPr lang="zh-CN" altLang="en-US" sz="2857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撰写一份</a:t>
            </a:r>
            <a:endParaRPr lang="en-US" altLang="zh-CN" sz="2857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57"/>
            <a:r>
              <a:rPr lang="zh-CN" altLang="en-US" sz="2857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权利要求书</a:t>
            </a:r>
            <a:endParaRPr lang="zh-CN" altLang="en-US" sz="2857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A15F51EB-7EF5-F63E-33D3-6CE740233B91}"/>
              </a:ext>
            </a:extLst>
          </p:cNvPr>
          <p:cNvGrpSpPr/>
          <p:nvPr/>
        </p:nvGrpSpPr>
        <p:grpSpPr>
          <a:xfrm>
            <a:off x="5961634" y="54024"/>
            <a:ext cx="6121653" cy="2917940"/>
            <a:chOff x="5595143" y="285780"/>
            <a:chExt cx="7712999" cy="3676469"/>
          </a:xfrm>
        </p:grpSpPr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5A21606D-ED2D-16B2-C580-4E9E06F3107E}"/>
                </a:ext>
              </a:extLst>
            </p:cNvPr>
            <p:cNvGrpSpPr/>
            <p:nvPr/>
          </p:nvGrpSpPr>
          <p:grpSpPr>
            <a:xfrm>
              <a:off x="6793162" y="3446891"/>
              <a:ext cx="4865438" cy="515358"/>
              <a:chOff x="2384594" y="2868919"/>
              <a:chExt cx="8892797" cy="515358"/>
            </a:xfrm>
            <a:noFill/>
          </p:grpSpPr>
          <p:grpSp>
            <p:nvGrpSpPr>
              <p:cNvPr id="371" name="组合 370">
                <a:extLst>
                  <a:ext uri="{FF2B5EF4-FFF2-40B4-BE49-F238E27FC236}">
                    <a16:creationId xmlns:a16="http://schemas.microsoft.com/office/drawing/2014/main" id="{5049B8C1-36B4-AA5F-1295-E68A7AE63530}"/>
                  </a:ext>
                </a:extLst>
              </p:cNvPr>
              <p:cNvGrpSpPr/>
              <p:nvPr/>
            </p:nvGrpSpPr>
            <p:grpSpPr>
              <a:xfrm>
                <a:off x="6836251" y="2868919"/>
                <a:ext cx="4322762" cy="420381"/>
                <a:chOff x="6828631" y="2868919"/>
                <a:chExt cx="4322762" cy="420381"/>
              </a:xfrm>
              <a:grpFill/>
            </p:grpSpPr>
            <p:sp>
              <p:nvSpPr>
                <p:cNvPr id="379" name="任意多边形: 形状 378">
                  <a:extLst>
                    <a:ext uri="{FF2B5EF4-FFF2-40B4-BE49-F238E27FC236}">
                      <a16:creationId xmlns:a16="http://schemas.microsoft.com/office/drawing/2014/main" id="{781FD084-63EA-E131-637C-7D19EE7FEC68}"/>
                    </a:ext>
                  </a:extLst>
                </p:cNvPr>
                <p:cNvSpPr/>
                <p:nvPr/>
              </p:nvSpPr>
              <p:spPr>
                <a:xfrm>
                  <a:off x="6861969" y="2930364"/>
                  <a:ext cx="4050504" cy="339886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41020"/>
                    <a:gd name="connsiteY0" fmla="*/ 340866 h 340866"/>
                    <a:gd name="connsiteX1" fmla="*/ 211970 w 4041020"/>
                    <a:gd name="connsiteY1" fmla="*/ 17016 h 340866"/>
                    <a:gd name="connsiteX2" fmla="*/ 815220 w 4041020"/>
                    <a:gd name="connsiteY2" fmla="*/ 42416 h 340866"/>
                    <a:gd name="connsiteX3" fmla="*/ 4041020 w 4041020"/>
                    <a:gd name="connsiteY3" fmla="*/ 48766 h 340866"/>
                    <a:gd name="connsiteX0" fmla="*/ 0 w 4041020"/>
                    <a:gd name="connsiteY0" fmla="*/ 341166 h 341166"/>
                    <a:gd name="connsiteX1" fmla="*/ 211970 w 4041020"/>
                    <a:gd name="connsiteY1" fmla="*/ 17316 h 341166"/>
                    <a:gd name="connsiteX2" fmla="*/ 815220 w 4041020"/>
                    <a:gd name="connsiteY2" fmla="*/ 42716 h 341166"/>
                    <a:gd name="connsiteX3" fmla="*/ 4041020 w 4041020"/>
                    <a:gd name="connsiteY3" fmla="*/ 49066 h 341166"/>
                    <a:gd name="connsiteX0" fmla="*/ 0 w 4041020"/>
                    <a:gd name="connsiteY0" fmla="*/ 341872 h 341872"/>
                    <a:gd name="connsiteX1" fmla="*/ 211970 w 4041020"/>
                    <a:gd name="connsiteY1" fmla="*/ 18022 h 341872"/>
                    <a:gd name="connsiteX2" fmla="*/ 815220 w 4041020"/>
                    <a:gd name="connsiteY2" fmla="*/ 43422 h 341872"/>
                    <a:gd name="connsiteX3" fmla="*/ 4041020 w 4041020"/>
                    <a:gd name="connsiteY3" fmla="*/ 49772 h 341872"/>
                    <a:gd name="connsiteX0" fmla="*/ 0 w 4041020"/>
                    <a:gd name="connsiteY0" fmla="*/ 339886 h 339886"/>
                    <a:gd name="connsiteX1" fmla="*/ 211970 w 4041020"/>
                    <a:gd name="connsiteY1" fmla="*/ 16036 h 339886"/>
                    <a:gd name="connsiteX2" fmla="*/ 815220 w 4041020"/>
                    <a:gd name="connsiteY2" fmla="*/ 41436 h 339886"/>
                    <a:gd name="connsiteX3" fmla="*/ 4041020 w 4041020"/>
                    <a:gd name="connsiteY3" fmla="*/ 47786 h 339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41020" h="339886">
                      <a:moveTo>
                        <a:pt x="0" y="339886"/>
                      </a:moveTo>
                      <a:cubicBezTo>
                        <a:pt x="44979" y="202832"/>
                        <a:pt x="76100" y="65778"/>
                        <a:pt x="211970" y="16036"/>
                      </a:cubicBezTo>
                      <a:cubicBezTo>
                        <a:pt x="347840" y="-33706"/>
                        <a:pt x="697349" y="48844"/>
                        <a:pt x="815220" y="41436"/>
                      </a:cubicBezTo>
                      <a:lnTo>
                        <a:pt x="4041020" y="47786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0" name="任意多边形: 形状 379">
                  <a:extLst>
                    <a:ext uri="{FF2B5EF4-FFF2-40B4-BE49-F238E27FC236}">
                      <a16:creationId xmlns:a16="http://schemas.microsoft.com/office/drawing/2014/main" id="{B909D87C-D728-4404-EAAD-F36F88FEF1E4}"/>
                    </a:ext>
                  </a:extLst>
                </p:cNvPr>
                <p:cNvSpPr/>
                <p:nvPr/>
              </p:nvSpPr>
              <p:spPr>
                <a:xfrm>
                  <a:off x="6900069" y="2984738"/>
                  <a:ext cx="4060825" cy="304562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36348"/>
                    <a:gd name="connsiteY0" fmla="*/ 305202 h 305202"/>
                    <a:gd name="connsiteX1" fmla="*/ 207298 w 4036348"/>
                    <a:gd name="connsiteY1" fmla="*/ 14689 h 305202"/>
                    <a:gd name="connsiteX2" fmla="*/ 810548 w 4036348"/>
                    <a:gd name="connsiteY2" fmla="*/ 40089 h 305202"/>
                    <a:gd name="connsiteX3" fmla="*/ 4036348 w 4036348"/>
                    <a:gd name="connsiteY3" fmla="*/ 46439 h 305202"/>
                    <a:gd name="connsiteX0" fmla="*/ 0 w 4036348"/>
                    <a:gd name="connsiteY0" fmla="*/ 305202 h 305202"/>
                    <a:gd name="connsiteX1" fmla="*/ 207298 w 4036348"/>
                    <a:gd name="connsiteY1" fmla="*/ 14689 h 305202"/>
                    <a:gd name="connsiteX2" fmla="*/ 734807 w 4036348"/>
                    <a:gd name="connsiteY2" fmla="*/ 40089 h 305202"/>
                    <a:gd name="connsiteX3" fmla="*/ 4036348 w 4036348"/>
                    <a:gd name="connsiteY3" fmla="*/ 46439 h 305202"/>
                    <a:gd name="connsiteX0" fmla="*/ 0 w 4036348"/>
                    <a:gd name="connsiteY0" fmla="*/ 305486 h 305486"/>
                    <a:gd name="connsiteX1" fmla="*/ 207298 w 4036348"/>
                    <a:gd name="connsiteY1" fmla="*/ 14973 h 305486"/>
                    <a:gd name="connsiteX2" fmla="*/ 734807 w 4036348"/>
                    <a:gd name="connsiteY2" fmla="*/ 40373 h 305486"/>
                    <a:gd name="connsiteX3" fmla="*/ 4036348 w 4036348"/>
                    <a:gd name="connsiteY3" fmla="*/ 46723 h 305486"/>
                    <a:gd name="connsiteX0" fmla="*/ 0 w 4036348"/>
                    <a:gd name="connsiteY0" fmla="*/ 306161 h 306161"/>
                    <a:gd name="connsiteX1" fmla="*/ 207298 w 4036348"/>
                    <a:gd name="connsiteY1" fmla="*/ 15648 h 306161"/>
                    <a:gd name="connsiteX2" fmla="*/ 734807 w 4036348"/>
                    <a:gd name="connsiteY2" fmla="*/ 41048 h 306161"/>
                    <a:gd name="connsiteX3" fmla="*/ 4036348 w 4036348"/>
                    <a:gd name="connsiteY3" fmla="*/ 47398 h 306161"/>
                    <a:gd name="connsiteX0" fmla="*/ 0 w 4036348"/>
                    <a:gd name="connsiteY0" fmla="*/ 304562 h 304562"/>
                    <a:gd name="connsiteX1" fmla="*/ 207298 w 4036348"/>
                    <a:gd name="connsiteY1" fmla="*/ 14049 h 304562"/>
                    <a:gd name="connsiteX2" fmla="*/ 734807 w 4036348"/>
                    <a:gd name="connsiteY2" fmla="*/ 39449 h 304562"/>
                    <a:gd name="connsiteX3" fmla="*/ 4036348 w 4036348"/>
                    <a:gd name="connsiteY3" fmla="*/ 45799 h 304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6348" h="304562">
                      <a:moveTo>
                        <a:pt x="0" y="304562"/>
                      </a:moveTo>
                      <a:cubicBezTo>
                        <a:pt x="44979" y="167508"/>
                        <a:pt x="84830" y="58234"/>
                        <a:pt x="207298" y="14049"/>
                      </a:cubicBezTo>
                      <a:cubicBezTo>
                        <a:pt x="329766" y="-30136"/>
                        <a:pt x="602354" y="44476"/>
                        <a:pt x="734807" y="39449"/>
                      </a:cubicBezTo>
                      <a:lnTo>
                        <a:pt x="4036348" y="45799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1" name="任意多边形: 形状 380">
                  <a:extLst>
                    <a:ext uri="{FF2B5EF4-FFF2-40B4-BE49-F238E27FC236}">
                      <a16:creationId xmlns:a16="http://schemas.microsoft.com/office/drawing/2014/main" id="{BE4D45B8-56B9-228A-DFEA-379714B020E8}"/>
                    </a:ext>
                  </a:extLst>
                </p:cNvPr>
                <p:cNvSpPr/>
                <p:nvPr/>
              </p:nvSpPr>
              <p:spPr>
                <a:xfrm>
                  <a:off x="6947694" y="3039063"/>
                  <a:ext cx="4098925" cy="243091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29559"/>
                    <a:gd name="connsiteY0" fmla="*/ 244136 h 244136"/>
                    <a:gd name="connsiteX1" fmla="*/ 200509 w 4029559"/>
                    <a:gd name="connsiteY1" fmla="*/ 10774 h 244136"/>
                    <a:gd name="connsiteX2" fmla="*/ 803759 w 4029559"/>
                    <a:gd name="connsiteY2" fmla="*/ 36174 h 244136"/>
                    <a:gd name="connsiteX3" fmla="*/ 4029559 w 4029559"/>
                    <a:gd name="connsiteY3" fmla="*/ 42524 h 244136"/>
                    <a:gd name="connsiteX0" fmla="*/ 0 w 4029559"/>
                    <a:gd name="connsiteY0" fmla="*/ 244136 h 244136"/>
                    <a:gd name="connsiteX1" fmla="*/ 200509 w 4029559"/>
                    <a:gd name="connsiteY1" fmla="*/ 10774 h 244136"/>
                    <a:gd name="connsiteX2" fmla="*/ 628187 w 4029559"/>
                    <a:gd name="connsiteY2" fmla="*/ 36174 h 244136"/>
                    <a:gd name="connsiteX3" fmla="*/ 4029559 w 4029559"/>
                    <a:gd name="connsiteY3" fmla="*/ 42524 h 244136"/>
                    <a:gd name="connsiteX0" fmla="*/ 0 w 4029559"/>
                    <a:gd name="connsiteY0" fmla="*/ 244387 h 244387"/>
                    <a:gd name="connsiteX1" fmla="*/ 200509 w 4029559"/>
                    <a:gd name="connsiteY1" fmla="*/ 11025 h 244387"/>
                    <a:gd name="connsiteX2" fmla="*/ 628187 w 4029559"/>
                    <a:gd name="connsiteY2" fmla="*/ 36425 h 244387"/>
                    <a:gd name="connsiteX3" fmla="*/ 4029559 w 4029559"/>
                    <a:gd name="connsiteY3" fmla="*/ 42775 h 244387"/>
                    <a:gd name="connsiteX0" fmla="*/ 0 w 4029559"/>
                    <a:gd name="connsiteY0" fmla="*/ 243091 h 243091"/>
                    <a:gd name="connsiteX1" fmla="*/ 200509 w 4029559"/>
                    <a:gd name="connsiteY1" fmla="*/ 9729 h 243091"/>
                    <a:gd name="connsiteX2" fmla="*/ 628187 w 4029559"/>
                    <a:gd name="connsiteY2" fmla="*/ 35129 h 243091"/>
                    <a:gd name="connsiteX3" fmla="*/ 4029559 w 4029559"/>
                    <a:gd name="connsiteY3" fmla="*/ 41479 h 243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29559" h="243091">
                      <a:moveTo>
                        <a:pt x="0" y="243091"/>
                      </a:moveTo>
                      <a:cubicBezTo>
                        <a:pt x="44979" y="106037"/>
                        <a:pt x="95811" y="44389"/>
                        <a:pt x="200509" y="9729"/>
                      </a:cubicBezTo>
                      <a:cubicBezTo>
                        <a:pt x="305207" y="-24931"/>
                        <a:pt x="501006" y="44918"/>
                        <a:pt x="628187" y="35129"/>
                      </a:cubicBezTo>
                      <a:lnTo>
                        <a:pt x="4029559" y="41479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2" name="任意多边形: 形状 381">
                  <a:extLst>
                    <a:ext uri="{FF2B5EF4-FFF2-40B4-BE49-F238E27FC236}">
                      <a16:creationId xmlns:a16="http://schemas.microsoft.com/office/drawing/2014/main" id="{772CBBE6-6A28-6119-0C23-012F7E989328}"/>
                    </a:ext>
                  </a:extLst>
                </p:cNvPr>
                <p:cNvSpPr/>
                <p:nvPr/>
              </p:nvSpPr>
              <p:spPr>
                <a:xfrm>
                  <a:off x="6995318" y="3098964"/>
                  <a:ext cx="4156075" cy="180812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25361"/>
                    <a:gd name="connsiteY0" fmla="*/ 185757 h 185757"/>
                    <a:gd name="connsiteX1" fmla="*/ 196311 w 4025361"/>
                    <a:gd name="connsiteY1" fmla="*/ 7163 h 185757"/>
                    <a:gd name="connsiteX2" fmla="*/ 799561 w 4025361"/>
                    <a:gd name="connsiteY2" fmla="*/ 32563 h 185757"/>
                    <a:gd name="connsiteX3" fmla="*/ 4025361 w 4025361"/>
                    <a:gd name="connsiteY3" fmla="*/ 38913 h 185757"/>
                    <a:gd name="connsiteX0" fmla="*/ 0 w 4025361"/>
                    <a:gd name="connsiteY0" fmla="*/ 185000 h 185000"/>
                    <a:gd name="connsiteX1" fmla="*/ 196311 w 4025361"/>
                    <a:gd name="connsiteY1" fmla="*/ 6406 h 185000"/>
                    <a:gd name="connsiteX2" fmla="*/ 675017 w 4025361"/>
                    <a:gd name="connsiteY2" fmla="*/ 36569 h 185000"/>
                    <a:gd name="connsiteX3" fmla="*/ 4025361 w 4025361"/>
                    <a:gd name="connsiteY3" fmla="*/ 38156 h 185000"/>
                    <a:gd name="connsiteX0" fmla="*/ 0 w 4025361"/>
                    <a:gd name="connsiteY0" fmla="*/ 185000 h 185000"/>
                    <a:gd name="connsiteX1" fmla="*/ 196311 w 4025361"/>
                    <a:gd name="connsiteY1" fmla="*/ 6406 h 185000"/>
                    <a:gd name="connsiteX2" fmla="*/ 506653 w 4025361"/>
                    <a:gd name="connsiteY2" fmla="*/ 36569 h 185000"/>
                    <a:gd name="connsiteX3" fmla="*/ 4025361 w 4025361"/>
                    <a:gd name="connsiteY3" fmla="*/ 38156 h 185000"/>
                    <a:gd name="connsiteX0" fmla="*/ 0 w 4025361"/>
                    <a:gd name="connsiteY0" fmla="*/ 180986 h 180986"/>
                    <a:gd name="connsiteX1" fmla="*/ 196311 w 4025361"/>
                    <a:gd name="connsiteY1" fmla="*/ 2392 h 180986"/>
                    <a:gd name="connsiteX2" fmla="*/ 506653 w 4025361"/>
                    <a:gd name="connsiteY2" fmla="*/ 32555 h 180986"/>
                    <a:gd name="connsiteX3" fmla="*/ 4025361 w 4025361"/>
                    <a:gd name="connsiteY3" fmla="*/ 34142 h 180986"/>
                    <a:gd name="connsiteX0" fmla="*/ 80807 w 4106168"/>
                    <a:gd name="connsiteY0" fmla="*/ 181008 h 181008"/>
                    <a:gd name="connsiteX1" fmla="*/ 277118 w 4106168"/>
                    <a:gd name="connsiteY1" fmla="*/ 2414 h 181008"/>
                    <a:gd name="connsiteX2" fmla="*/ 587460 w 4106168"/>
                    <a:gd name="connsiteY2" fmla="*/ 32577 h 181008"/>
                    <a:gd name="connsiteX3" fmla="*/ 4106168 w 4106168"/>
                    <a:gd name="connsiteY3" fmla="*/ 34164 h 181008"/>
                    <a:gd name="connsiteX0" fmla="*/ 0 w 4025361"/>
                    <a:gd name="connsiteY0" fmla="*/ 180812 h 180812"/>
                    <a:gd name="connsiteX1" fmla="*/ 196311 w 4025361"/>
                    <a:gd name="connsiteY1" fmla="*/ 2218 h 180812"/>
                    <a:gd name="connsiteX2" fmla="*/ 506653 w 4025361"/>
                    <a:gd name="connsiteY2" fmla="*/ 32381 h 180812"/>
                    <a:gd name="connsiteX3" fmla="*/ 4025361 w 4025361"/>
                    <a:gd name="connsiteY3" fmla="*/ 33968 h 180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25361" h="180812">
                      <a:moveTo>
                        <a:pt x="0" y="180812"/>
                      </a:moveTo>
                      <a:cubicBezTo>
                        <a:pt x="44979" y="43758"/>
                        <a:pt x="95724" y="15051"/>
                        <a:pt x="196311" y="2218"/>
                      </a:cubicBezTo>
                      <a:cubicBezTo>
                        <a:pt x="296898" y="-10615"/>
                        <a:pt x="330096" y="36615"/>
                        <a:pt x="506653" y="32381"/>
                      </a:cubicBezTo>
                      <a:lnTo>
                        <a:pt x="4025361" y="33968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3" name="任意多边形: 形状 382">
                  <a:extLst>
                    <a:ext uri="{FF2B5EF4-FFF2-40B4-BE49-F238E27FC236}">
                      <a16:creationId xmlns:a16="http://schemas.microsoft.com/office/drawing/2014/main" id="{E6CD33F2-0E29-66AC-08C5-D23B83E5C26A}"/>
                    </a:ext>
                  </a:extLst>
                </p:cNvPr>
                <p:cNvSpPr/>
                <p:nvPr/>
              </p:nvSpPr>
              <p:spPr>
                <a:xfrm>
                  <a:off x="6828631" y="2868919"/>
                  <a:ext cx="4052887" cy="396568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52887"/>
                    <a:gd name="connsiteY0" fmla="*/ 396954 h 396954"/>
                    <a:gd name="connsiteX1" fmla="*/ 223837 w 4052887"/>
                    <a:gd name="connsiteY1" fmla="*/ 20717 h 396954"/>
                    <a:gd name="connsiteX2" fmla="*/ 827087 w 4052887"/>
                    <a:gd name="connsiteY2" fmla="*/ 46117 h 396954"/>
                    <a:gd name="connsiteX3" fmla="*/ 4052887 w 4052887"/>
                    <a:gd name="connsiteY3" fmla="*/ 52467 h 396954"/>
                    <a:gd name="connsiteX0" fmla="*/ 0 w 4052887"/>
                    <a:gd name="connsiteY0" fmla="*/ 396954 h 396954"/>
                    <a:gd name="connsiteX1" fmla="*/ 223837 w 4052887"/>
                    <a:gd name="connsiteY1" fmla="*/ 20717 h 396954"/>
                    <a:gd name="connsiteX2" fmla="*/ 827087 w 4052887"/>
                    <a:gd name="connsiteY2" fmla="*/ 46117 h 396954"/>
                    <a:gd name="connsiteX3" fmla="*/ 4052887 w 4052887"/>
                    <a:gd name="connsiteY3" fmla="*/ 52467 h 396954"/>
                    <a:gd name="connsiteX0" fmla="*/ 0 w 4052887"/>
                    <a:gd name="connsiteY0" fmla="*/ 397273 h 397273"/>
                    <a:gd name="connsiteX1" fmla="*/ 223837 w 4052887"/>
                    <a:gd name="connsiteY1" fmla="*/ 21036 h 397273"/>
                    <a:gd name="connsiteX2" fmla="*/ 827087 w 4052887"/>
                    <a:gd name="connsiteY2" fmla="*/ 46436 h 397273"/>
                    <a:gd name="connsiteX3" fmla="*/ 4052887 w 4052887"/>
                    <a:gd name="connsiteY3" fmla="*/ 52786 h 397273"/>
                    <a:gd name="connsiteX0" fmla="*/ 0 w 4052887"/>
                    <a:gd name="connsiteY0" fmla="*/ 396568 h 396568"/>
                    <a:gd name="connsiteX1" fmla="*/ 223837 w 4052887"/>
                    <a:gd name="connsiteY1" fmla="*/ 20331 h 396568"/>
                    <a:gd name="connsiteX2" fmla="*/ 827087 w 4052887"/>
                    <a:gd name="connsiteY2" fmla="*/ 45731 h 396568"/>
                    <a:gd name="connsiteX3" fmla="*/ 4052887 w 4052887"/>
                    <a:gd name="connsiteY3" fmla="*/ 52081 h 396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52887" h="396568">
                      <a:moveTo>
                        <a:pt x="0" y="396568"/>
                      </a:moveTo>
                      <a:cubicBezTo>
                        <a:pt x="30691" y="209508"/>
                        <a:pt x="85989" y="78804"/>
                        <a:pt x="223837" y="20331"/>
                      </a:cubicBezTo>
                      <a:cubicBezTo>
                        <a:pt x="361685" y="-38142"/>
                        <a:pt x="690032" y="48376"/>
                        <a:pt x="827087" y="45731"/>
                      </a:cubicBezTo>
                      <a:lnTo>
                        <a:pt x="4052887" y="52081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72" name="任意多边形: 形状 371">
                <a:extLst>
                  <a:ext uri="{FF2B5EF4-FFF2-40B4-BE49-F238E27FC236}">
                    <a16:creationId xmlns:a16="http://schemas.microsoft.com/office/drawing/2014/main" id="{755D6394-3DC3-561E-4826-B22CE53D0B26}"/>
                  </a:ext>
                </a:extLst>
              </p:cNvPr>
              <p:cNvSpPr/>
              <p:nvPr/>
            </p:nvSpPr>
            <p:spPr>
              <a:xfrm>
                <a:off x="2384594" y="3191026"/>
                <a:ext cx="8892797" cy="193251"/>
              </a:xfrm>
              <a:custGeom>
                <a:avLst/>
                <a:gdLst>
                  <a:gd name="connsiteX0" fmla="*/ 0 w 8892797"/>
                  <a:gd name="connsiteY0" fmla="*/ 0 h 193251"/>
                  <a:gd name="connsiteX1" fmla="*/ 4176464 w 8892797"/>
                  <a:gd name="connsiteY1" fmla="*/ 0 h 193251"/>
                  <a:gd name="connsiteX2" fmla="*/ 4176464 w 8892797"/>
                  <a:gd name="connsiteY2" fmla="*/ 37735 h 193251"/>
                  <a:gd name="connsiteX3" fmla="*/ 4193128 w 8892797"/>
                  <a:gd name="connsiteY3" fmla="*/ 12000 h 193251"/>
                  <a:gd name="connsiteX4" fmla="*/ 4690772 w 8892797"/>
                  <a:gd name="connsiteY4" fmla="*/ 20517 h 193251"/>
                  <a:gd name="connsiteX5" fmla="*/ 4716333 w 8892797"/>
                  <a:gd name="connsiteY5" fmla="*/ 63120 h 193251"/>
                  <a:gd name="connsiteX6" fmla="*/ 4716333 w 8892797"/>
                  <a:gd name="connsiteY6" fmla="*/ 0 h 193251"/>
                  <a:gd name="connsiteX7" fmla="*/ 8892797 w 8892797"/>
                  <a:gd name="connsiteY7" fmla="*/ 0 h 193251"/>
                  <a:gd name="connsiteX8" fmla="*/ 8892797 w 8892797"/>
                  <a:gd name="connsiteY8" fmla="*/ 103954 h 193251"/>
                  <a:gd name="connsiteX9" fmla="*/ 4740833 w 8892797"/>
                  <a:gd name="connsiteY9" fmla="*/ 103954 h 193251"/>
                  <a:gd name="connsiteX10" fmla="*/ 4745157 w 8892797"/>
                  <a:gd name="connsiteY10" fmla="*/ 111161 h 193251"/>
                  <a:gd name="connsiteX11" fmla="*/ 4207110 w 8892797"/>
                  <a:gd name="connsiteY11" fmla="*/ 140123 h 193251"/>
                  <a:gd name="connsiteX12" fmla="*/ 4141519 w 8892797"/>
                  <a:gd name="connsiteY12" fmla="*/ 103954 h 193251"/>
                  <a:gd name="connsiteX13" fmla="*/ 0 w 8892797"/>
                  <a:gd name="connsiteY13" fmla="*/ 103954 h 193251"/>
                  <a:gd name="connsiteX0" fmla="*/ 0 w 8892797"/>
                  <a:gd name="connsiteY0" fmla="*/ 0 h 193251"/>
                  <a:gd name="connsiteX1" fmla="*/ 4176464 w 8892797"/>
                  <a:gd name="connsiteY1" fmla="*/ 0 h 193251"/>
                  <a:gd name="connsiteX2" fmla="*/ 4176464 w 8892797"/>
                  <a:gd name="connsiteY2" fmla="*/ 37735 h 193251"/>
                  <a:gd name="connsiteX3" fmla="*/ 4193128 w 8892797"/>
                  <a:gd name="connsiteY3" fmla="*/ 12000 h 193251"/>
                  <a:gd name="connsiteX4" fmla="*/ 4690772 w 8892797"/>
                  <a:gd name="connsiteY4" fmla="*/ 20517 h 193251"/>
                  <a:gd name="connsiteX5" fmla="*/ 4716333 w 8892797"/>
                  <a:gd name="connsiteY5" fmla="*/ 0 h 193251"/>
                  <a:gd name="connsiteX6" fmla="*/ 8892797 w 8892797"/>
                  <a:gd name="connsiteY6" fmla="*/ 0 h 193251"/>
                  <a:gd name="connsiteX7" fmla="*/ 8892797 w 8892797"/>
                  <a:gd name="connsiteY7" fmla="*/ 103954 h 193251"/>
                  <a:gd name="connsiteX8" fmla="*/ 4740833 w 8892797"/>
                  <a:gd name="connsiteY8" fmla="*/ 103954 h 193251"/>
                  <a:gd name="connsiteX9" fmla="*/ 4745157 w 8892797"/>
                  <a:gd name="connsiteY9" fmla="*/ 111161 h 193251"/>
                  <a:gd name="connsiteX10" fmla="*/ 4207110 w 8892797"/>
                  <a:gd name="connsiteY10" fmla="*/ 140123 h 193251"/>
                  <a:gd name="connsiteX11" fmla="*/ 4141519 w 8892797"/>
                  <a:gd name="connsiteY11" fmla="*/ 103954 h 193251"/>
                  <a:gd name="connsiteX12" fmla="*/ 0 w 8892797"/>
                  <a:gd name="connsiteY12" fmla="*/ 103954 h 193251"/>
                  <a:gd name="connsiteX13" fmla="*/ 0 w 8892797"/>
                  <a:gd name="connsiteY13" fmla="*/ 0 h 193251"/>
                  <a:gd name="connsiteX0" fmla="*/ 0 w 8892797"/>
                  <a:gd name="connsiteY0" fmla="*/ 0 h 193251"/>
                  <a:gd name="connsiteX1" fmla="*/ 4176464 w 8892797"/>
                  <a:gd name="connsiteY1" fmla="*/ 0 h 193251"/>
                  <a:gd name="connsiteX2" fmla="*/ 4193128 w 8892797"/>
                  <a:gd name="connsiteY2" fmla="*/ 12000 h 193251"/>
                  <a:gd name="connsiteX3" fmla="*/ 4690772 w 8892797"/>
                  <a:gd name="connsiteY3" fmla="*/ 20517 h 193251"/>
                  <a:gd name="connsiteX4" fmla="*/ 4716333 w 8892797"/>
                  <a:gd name="connsiteY4" fmla="*/ 0 h 193251"/>
                  <a:gd name="connsiteX5" fmla="*/ 8892797 w 8892797"/>
                  <a:gd name="connsiteY5" fmla="*/ 0 h 193251"/>
                  <a:gd name="connsiteX6" fmla="*/ 8892797 w 8892797"/>
                  <a:gd name="connsiteY6" fmla="*/ 103954 h 193251"/>
                  <a:gd name="connsiteX7" fmla="*/ 4740833 w 8892797"/>
                  <a:gd name="connsiteY7" fmla="*/ 103954 h 193251"/>
                  <a:gd name="connsiteX8" fmla="*/ 4745157 w 8892797"/>
                  <a:gd name="connsiteY8" fmla="*/ 111161 h 193251"/>
                  <a:gd name="connsiteX9" fmla="*/ 4207110 w 8892797"/>
                  <a:gd name="connsiteY9" fmla="*/ 140123 h 193251"/>
                  <a:gd name="connsiteX10" fmla="*/ 4141519 w 8892797"/>
                  <a:gd name="connsiteY10" fmla="*/ 103954 h 193251"/>
                  <a:gd name="connsiteX11" fmla="*/ 0 w 8892797"/>
                  <a:gd name="connsiteY11" fmla="*/ 103954 h 193251"/>
                  <a:gd name="connsiteX12" fmla="*/ 0 w 8892797"/>
                  <a:gd name="connsiteY12" fmla="*/ 0 h 193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892797" h="193251">
                    <a:moveTo>
                      <a:pt x="0" y="0"/>
                    </a:moveTo>
                    <a:lnTo>
                      <a:pt x="4176464" y="0"/>
                    </a:lnTo>
                    <a:lnTo>
                      <a:pt x="4193128" y="12000"/>
                    </a:lnTo>
                    <a:cubicBezTo>
                      <a:pt x="4343795" y="109561"/>
                      <a:pt x="4536854" y="112866"/>
                      <a:pt x="4690772" y="20517"/>
                    </a:cubicBezTo>
                    <a:lnTo>
                      <a:pt x="4716333" y="0"/>
                    </a:lnTo>
                    <a:lnTo>
                      <a:pt x="8892797" y="0"/>
                    </a:lnTo>
                    <a:lnTo>
                      <a:pt x="8892797" y="103954"/>
                    </a:lnTo>
                    <a:lnTo>
                      <a:pt x="4740833" y="103954"/>
                    </a:lnTo>
                    <a:lnTo>
                      <a:pt x="4745157" y="111161"/>
                    </a:lnTo>
                    <a:cubicBezTo>
                      <a:pt x="4580211" y="210126"/>
                      <a:pt x="4378564" y="219398"/>
                      <a:pt x="4207110" y="140123"/>
                    </a:cubicBezTo>
                    <a:lnTo>
                      <a:pt x="4141519" y="103954"/>
                    </a:lnTo>
                    <a:lnTo>
                      <a:pt x="0" y="1039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381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73" name="组合 372">
                <a:extLst>
                  <a:ext uri="{FF2B5EF4-FFF2-40B4-BE49-F238E27FC236}">
                    <a16:creationId xmlns:a16="http://schemas.microsoft.com/office/drawing/2014/main" id="{46F2D352-A498-CF58-3AEF-5FD119B259CC}"/>
                  </a:ext>
                </a:extLst>
              </p:cNvPr>
              <p:cNvGrpSpPr/>
              <p:nvPr/>
            </p:nvGrpSpPr>
            <p:grpSpPr>
              <a:xfrm flipH="1">
                <a:off x="2496493" y="2868919"/>
                <a:ext cx="4322762" cy="420381"/>
                <a:chOff x="6828631" y="2868919"/>
                <a:chExt cx="4322762" cy="420381"/>
              </a:xfrm>
              <a:grpFill/>
            </p:grpSpPr>
            <p:sp>
              <p:nvSpPr>
                <p:cNvPr id="374" name="任意多边形: 形状 373">
                  <a:extLst>
                    <a:ext uri="{FF2B5EF4-FFF2-40B4-BE49-F238E27FC236}">
                      <a16:creationId xmlns:a16="http://schemas.microsoft.com/office/drawing/2014/main" id="{71DA1B2B-0767-7718-45C8-3A8620406F6A}"/>
                    </a:ext>
                  </a:extLst>
                </p:cNvPr>
                <p:cNvSpPr/>
                <p:nvPr/>
              </p:nvSpPr>
              <p:spPr>
                <a:xfrm>
                  <a:off x="6861969" y="2930364"/>
                  <a:ext cx="4050504" cy="339886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41020"/>
                    <a:gd name="connsiteY0" fmla="*/ 340866 h 340866"/>
                    <a:gd name="connsiteX1" fmla="*/ 211970 w 4041020"/>
                    <a:gd name="connsiteY1" fmla="*/ 17016 h 340866"/>
                    <a:gd name="connsiteX2" fmla="*/ 815220 w 4041020"/>
                    <a:gd name="connsiteY2" fmla="*/ 42416 h 340866"/>
                    <a:gd name="connsiteX3" fmla="*/ 4041020 w 4041020"/>
                    <a:gd name="connsiteY3" fmla="*/ 48766 h 340866"/>
                    <a:gd name="connsiteX0" fmla="*/ 0 w 4041020"/>
                    <a:gd name="connsiteY0" fmla="*/ 341166 h 341166"/>
                    <a:gd name="connsiteX1" fmla="*/ 211970 w 4041020"/>
                    <a:gd name="connsiteY1" fmla="*/ 17316 h 341166"/>
                    <a:gd name="connsiteX2" fmla="*/ 815220 w 4041020"/>
                    <a:gd name="connsiteY2" fmla="*/ 42716 h 341166"/>
                    <a:gd name="connsiteX3" fmla="*/ 4041020 w 4041020"/>
                    <a:gd name="connsiteY3" fmla="*/ 49066 h 341166"/>
                    <a:gd name="connsiteX0" fmla="*/ 0 w 4041020"/>
                    <a:gd name="connsiteY0" fmla="*/ 341872 h 341872"/>
                    <a:gd name="connsiteX1" fmla="*/ 211970 w 4041020"/>
                    <a:gd name="connsiteY1" fmla="*/ 18022 h 341872"/>
                    <a:gd name="connsiteX2" fmla="*/ 815220 w 4041020"/>
                    <a:gd name="connsiteY2" fmla="*/ 43422 h 341872"/>
                    <a:gd name="connsiteX3" fmla="*/ 4041020 w 4041020"/>
                    <a:gd name="connsiteY3" fmla="*/ 49772 h 341872"/>
                    <a:gd name="connsiteX0" fmla="*/ 0 w 4041020"/>
                    <a:gd name="connsiteY0" fmla="*/ 339886 h 339886"/>
                    <a:gd name="connsiteX1" fmla="*/ 211970 w 4041020"/>
                    <a:gd name="connsiteY1" fmla="*/ 16036 h 339886"/>
                    <a:gd name="connsiteX2" fmla="*/ 815220 w 4041020"/>
                    <a:gd name="connsiteY2" fmla="*/ 41436 h 339886"/>
                    <a:gd name="connsiteX3" fmla="*/ 4041020 w 4041020"/>
                    <a:gd name="connsiteY3" fmla="*/ 47786 h 339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41020" h="339886">
                      <a:moveTo>
                        <a:pt x="0" y="339886"/>
                      </a:moveTo>
                      <a:cubicBezTo>
                        <a:pt x="44979" y="202832"/>
                        <a:pt x="76100" y="65778"/>
                        <a:pt x="211970" y="16036"/>
                      </a:cubicBezTo>
                      <a:cubicBezTo>
                        <a:pt x="347840" y="-33706"/>
                        <a:pt x="697349" y="48844"/>
                        <a:pt x="815220" y="41436"/>
                      </a:cubicBezTo>
                      <a:lnTo>
                        <a:pt x="4041020" y="47786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5" name="任意多边形: 形状 374">
                  <a:extLst>
                    <a:ext uri="{FF2B5EF4-FFF2-40B4-BE49-F238E27FC236}">
                      <a16:creationId xmlns:a16="http://schemas.microsoft.com/office/drawing/2014/main" id="{BFB0931F-4BEE-39D6-1A3D-A836BECD3D52}"/>
                    </a:ext>
                  </a:extLst>
                </p:cNvPr>
                <p:cNvSpPr/>
                <p:nvPr/>
              </p:nvSpPr>
              <p:spPr>
                <a:xfrm>
                  <a:off x="6900069" y="2984738"/>
                  <a:ext cx="4060825" cy="304562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36348"/>
                    <a:gd name="connsiteY0" fmla="*/ 305202 h 305202"/>
                    <a:gd name="connsiteX1" fmla="*/ 207298 w 4036348"/>
                    <a:gd name="connsiteY1" fmla="*/ 14689 h 305202"/>
                    <a:gd name="connsiteX2" fmla="*/ 810548 w 4036348"/>
                    <a:gd name="connsiteY2" fmla="*/ 40089 h 305202"/>
                    <a:gd name="connsiteX3" fmla="*/ 4036348 w 4036348"/>
                    <a:gd name="connsiteY3" fmla="*/ 46439 h 305202"/>
                    <a:gd name="connsiteX0" fmla="*/ 0 w 4036348"/>
                    <a:gd name="connsiteY0" fmla="*/ 305202 h 305202"/>
                    <a:gd name="connsiteX1" fmla="*/ 207298 w 4036348"/>
                    <a:gd name="connsiteY1" fmla="*/ 14689 h 305202"/>
                    <a:gd name="connsiteX2" fmla="*/ 734807 w 4036348"/>
                    <a:gd name="connsiteY2" fmla="*/ 40089 h 305202"/>
                    <a:gd name="connsiteX3" fmla="*/ 4036348 w 4036348"/>
                    <a:gd name="connsiteY3" fmla="*/ 46439 h 305202"/>
                    <a:gd name="connsiteX0" fmla="*/ 0 w 4036348"/>
                    <a:gd name="connsiteY0" fmla="*/ 305486 h 305486"/>
                    <a:gd name="connsiteX1" fmla="*/ 207298 w 4036348"/>
                    <a:gd name="connsiteY1" fmla="*/ 14973 h 305486"/>
                    <a:gd name="connsiteX2" fmla="*/ 734807 w 4036348"/>
                    <a:gd name="connsiteY2" fmla="*/ 40373 h 305486"/>
                    <a:gd name="connsiteX3" fmla="*/ 4036348 w 4036348"/>
                    <a:gd name="connsiteY3" fmla="*/ 46723 h 305486"/>
                    <a:gd name="connsiteX0" fmla="*/ 0 w 4036348"/>
                    <a:gd name="connsiteY0" fmla="*/ 306161 h 306161"/>
                    <a:gd name="connsiteX1" fmla="*/ 207298 w 4036348"/>
                    <a:gd name="connsiteY1" fmla="*/ 15648 h 306161"/>
                    <a:gd name="connsiteX2" fmla="*/ 734807 w 4036348"/>
                    <a:gd name="connsiteY2" fmla="*/ 41048 h 306161"/>
                    <a:gd name="connsiteX3" fmla="*/ 4036348 w 4036348"/>
                    <a:gd name="connsiteY3" fmla="*/ 47398 h 306161"/>
                    <a:gd name="connsiteX0" fmla="*/ 0 w 4036348"/>
                    <a:gd name="connsiteY0" fmla="*/ 304562 h 304562"/>
                    <a:gd name="connsiteX1" fmla="*/ 207298 w 4036348"/>
                    <a:gd name="connsiteY1" fmla="*/ 14049 h 304562"/>
                    <a:gd name="connsiteX2" fmla="*/ 734807 w 4036348"/>
                    <a:gd name="connsiteY2" fmla="*/ 39449 h 304562"/>
                    <a:gd name="connsiteX3" fmla="*/ 4036348 w 4036348"/>
                    <a:gd name="connsiteY3" fmla="*/ 45799 h 304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36348" h="304562">
                      <a:moveTo>
                        <a:pt x="0" y="304562"/>
                      </a:moveTo>
                      <a:cubicBezTo>
                        <a:pt x="44979" y="167508"/>
                        <a:pt x="84830" y="58234"/>
                        <a:pt x="207298" y="14049"/>
                      </a:cubicBezTo>
                      <a:cubicBezTo>
                        <a:pt x="329766" y="-30136"/>
                        <a:pt x="602354" y="44476"/>
                        <a:pt x="734807" y="39449"/>
                      </a:cubicBezTo>
                      <a:lnTo>
                        <a:pt x="4036348" y="45799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6" name="任意多边形: 形状 375">
                  <a:extLst>
                    <a:ext uri="{FF2B5EF4-FFF2-40B4-BE49-F238E27FC236}">
                      <a16:creationId xmlns:a16="http://schemas.microsoft.com/office/drawing/2014/main" id="{5079D764-A318-2034-BF34-8A4C4D031F78}"/>
                    </a:ext>
                  </a:extLst>
                </p:cNvPr>
                <p:cNvSpPr/>
                <p:nvPr/>
              </p:nvSpPr>
              <p:spPr>
                <a:xfrm>
                  <a:off x="6947694" y="3039063"/>
                  <a:ext cx="4098925" cy="243091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29559"/>
                    <a:gd name="connsiteY0" fmla="*/ 244136 h 244136"/>
                    <a:gd name="connsiteX1" fmla="*/ 200509 w 4029559"/>
                    <a:gd name="connsiteY1" fmla="*/ 10774 h 244136"/>
                    <a:gd name="connsiteX2" fmla="*/ 803759 w 4029559"/>
                    <a:gd name="connsiteY2" fmla="*/ 36174 h 244136"/>
                    <a:gd name="connsiteX3" fmla="*/ 4029559 w 4029559"/>
                    <a:gd name="connsiteY3" fmla="*/ 42524 h 244136"/>
                    <a:gd name="connsiteX0" fmla="*/ 0 w 4029559"/>
                    <a:gd name="connsiteY0" fmla="*/ 244136 h 244136"/>
                    <a:gd name="connsiteX1" fmla="*/ 200509 w 4029559"/>
                    <a:gd name="connsiteY1" fmla="*/ 10774 h 244136"/>
                    <a:gd name="connsiteX2" fmla="*/ 628187 w 4029559"/>
                    <a:gd name="connsiteY2" fmla="*/ 36174 h 244136"/>
                    <a:gd name="connsiteX3" fmla="*/ 4029559 w 4029559"/>
                    <a:gd name="connsiteY3" fmla="*/ 42524 h 244136"/>
                    <a:gd name="connsiteX0" fmla="*/ 0 w 4029559"/>
                    <a:gd name="connsiteY0" fmla="*/ 244387 h 244387"/>
                    <a:gd name="connsiteX1" fmla="*/ 200509 w 4029559"/>
                    <a:gd name="connsiteY1" fmla="*/ 11025 h 244387"/>
                    <a:gd name="connsiteX2" fmla="*/ 628187 w 4029559"/>
                    <a:gd name="connsiteY2" fmla="*/ 36425 h 244387"/>
                    <a:gd name="connsiteX3" fmla="*/ 4029559 w 4029559"/>
                    <a:gd name="connsiteY3" fmla="*/ 42775 h 244387"/>
                    <a:gd name="connsiteX0" fmla="*/ 0 w 4029559"/>
                    <a:gd name="connsiteY0" fmla="*/ 243091 h 243091"/>
                    <a:gd name="connsiteX1" fmla="*/ 200509 w 4029559"/>
                    <a:gd name="connsiteY1" fmla="*/ 9729 h 243091"/>
                    <a:gd name="connsiteX2" fmla="*/ 628187 w 4029559"/>
                    <a:gd name="connsiteY2" fmla="*/ 35129 h 243091"/>
                    <a:gd name="connsiteX3" fmla="*/ 4029559 w 4029559"/>
                    <a:gd name="connsiteY3" fmla="*/ 41479 h 243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29559" h="243091">
                      <a:moveTo>
                        <a:pt x="0" y="243091"/>
                      </a:moveTo>
                      <a:cubicBezTo>
                        <a:pt x="44979" y="106037"/>
                        <a:pt x="95811" y="44389"/>
                        <a:pt x="200509" y="9729"/>
                      </a:cubicBezTo>
                      <a:cubicBezTo>
                        <a:pt x="305207" y="-24931"/>
                        <a:pt x="501006" y="44918"/>
                        <a:pt x="628187" y="35129"/>
                      </a:cubicBezTo>
                      <a:lnTo>
                        <a:pt x="4029559" y="41479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7" name="任意多边形: 形状 376">
                  <a:extLst>
                    <a:ext uri="{FF2B5EF4-FFF2-40B4-BE49-F238E27FC236}">
                      <a16:creationId xmlns:a16="http://schemas.microsoft.com/office/drawing/2014/main" id="{EC87B1FE-2610-A7C8-7956-198F2407BC7B}"/>
                    </a:ext>
                  </a:extLst>
                </p:cNvPr>
                <p:cNvSpPr/>
                <p:nvPr/>
              </p:nvSpPr>
              <p:spPr>
                <a:xfrm>
                  <a:off x="6995318" y="3098964"/>
                  <a:ext cx="4156075" cy="180812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25361"/>
                    <a:gd name="connsiteY0" fmla="*/ 185757 h 185757"/>
                    <a:gd name="connsiteX1" fmla="*/ 196311 w 4025361"/>
                    <a:gd name="connsiteY1" fmla="*/ 7163 h 185757"/>
                    <a:gd name="connsiteX2" fmla="*/ 799561 w 4025361"/>
                    <a:gd name="connsiteY2" fmla="*/ 32563 h 185757"/>
                    <a:gd name="connsiteX3" fmla="*/ 4025361 w 4025361"/>
                    <a:gd name="connsiteY3" fmla="*/ 38913 h 185757"/>
                    <a:gd name="connsiteX0" fmla="*/ 0 w 4025361"/>
                    <a:gd name="connsiteY0" fmla="*/ 185000 h 185000"/>
                    <a:gd name="connsiteX1" fmla="*/ 196311 w 4025361"/>
                    <a:gd name="connsiteY1" fmla="*/ 6406 h 185000"/>
                    <a:gd name="connsiteX2" fmla="*/ 675017 w 4025361"/>
                    <a:gd name="connsiteY2" fmla="*/ 36569 h 185000"/>
                    <a:gd name="connsiteX3" fmla="*/ 4025361 w 4025361"/>
                    <a:gd name="connsiteY3" fmla="*/ 38156 h 185000"/>
                    <a:gd name="connsiteX0" fmla="*/ 0 w 4025361"/>
                    <a:gd name="connsiteY0" fmla="*/ 185000 h 185000"/>
                    <a:gd name="connsiteX1" fmla="*/ 196311 w 4025361"/>
                    <a:gd name="connsiteY1" fmla="*/ 6406 h 185000"/>
                    <a:gd name="connsiteX2" fmla="*/ 506653 w 4025361"/>
                    <a:gd name="connsiteY2" fmla="*/ 36569 h 185000"/>
                    <a:gd name="connsiteX3" fmla="*/ 4025361 w 4025361"/>
                    <a:gd name="connsiteY3" fmla="*/ 38156 h 185000"/>
                    <a:gd name="connsiteX0" fmla="*/ 0 w 4025361"/>
                    <a:gd name="connsiteY0" fmla="*/ 180986 h 180986"/>
                    <a:gd name="connsiteX1" fmla="*/ 196311 w 4025361"/>
                    <a:gd name="connsiteY1" fmla="*/ 2392 h 180986"/>
                    <a:gd name="connsiteX2" fmla="*/ 506653 w 4025361"/>
                    <a:gd name="connsiteY2" fmla="*/ 32555 h 180986"/>
                    <a:gd name="connsiteX3" fmla="*/ 4025361 w 4025361"/>
                    <a:gd name="connsiteY3" fmla="*/ 34142 h 180986"/>
                    <a:gd name="connsiteX0" fmla="*/ 80807 w 4106168"/>
                    <a:gd name="connsiteY0" fmla="*/ 181008 h 181008"/>
                    <a:gd name="connsiteX1" fmla="*/ 277118 w 4106168"/>
                    <a:gd name="connsiteY1" fmla="*/ 2414 h 181008"/>
                    <a:gd name="connsiteX2" fmla="*/ 587460 w 4106168"/>
                    <a:gd name="connsiteY2" fmla="*/ 32577 h 181008"/>
                    <a:gd name="connsiteX3" fmla="*/ 4106168 w 4106168"/>
                    <a:gd name="connsiteY3" fmla="*/ 34164 h 181008"/>
                    <a:gd name="connsiteX0" fmla="*/ 0 w 4025361"/>
                    <a:gd name="connsiteY0" fmla="*/ 180812 h 180812"/>
                    <a:gd name="connsiteX1" fmla="*/ 196311 w 4025361"/>
                    <a:gd name="connsiteY1" fmla="*/ 2218 h 180812"/>
                    <a:gd name="connsiteX2" fmla="*/ 506653 w 4025361"/>
                    <a:gd name="connsiteY2" fmla="*/ 32381 h 180812"/>
                    <a:gd name="connsiteX3" fmla="*/ 4025361 w 4025361"/>
                    <a:gd name="connsiteY3" fmla="*/ 33968 h 180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25361" h="180812">
                      <a:moveTo>
                        <a:pt x="0" y="180812"/>
                      </a:moveTo>
                      <a:cubicBezTo>
                        <a:pt x="44979" y="43758"/>
                        <a:pt x="95724" y="15051"/>
                        <a:pt x="196311" y="2218"/>
                      </a:cubicBezTo>
                      <a:cubicBezTo>
                        <a:pt x="296898" y="-10615"/>
                        <a:pt x="330096" y="36615"/>
                        <a:pt x="506653" y="32381"/>
                      </a:cubicBezTo>
                      <a:lnTo>
                        <a:pt x="4025361" y="33968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8" name="任意多边形: 形状 377">
                  <a:extLst>
                    <a:ext uri="{FF2B5EF4-FFF2-40B4-BE49-F238E27FC236}">
                      <a16:creationId xmlns:a16="http://schemas.microsoft.com/office/drawing/2014/main" id="{43C40CB2-A93B-7C1A-D5DD-8DF069626AAE}"/>
                    </a:ext>
                  </a:extLst>
                </p:cNvPr>
                <p:cNvSpPr/>
                <p:nvPr/>
              </p:nvSpPr>
              <p:spPr>
                <a:xfrm>
                  <a:off x="6828631" y="2868919"/>
                  <a:ext cx="4052887" cy="396568"/>
                </a:xfrm>
                <a:custGeom>
                  <a:avLst/>
                  <a:gdLst>
                    <a:gd name="connsiteX0" fmla="*/ 0 w 4057650"/>
                    <a:gd name="connsiteY0" fmla="*/ 340866 h 340866"/>
                    <a:gd name="connsiteX1" fmla="*/ 228600 w 4057650"/>
                    <a:gd name="connsiteY1" fmla="*/ 17016 h 340866"/>
                    <a:gd name="connsiteX2" fmla="*/ 831850 w 4057650"/>
                    <a:gd name="connsiteY2" fmla="*/ 42416 h 340866"/>
                    <a:gd name="connsiteX3" fmla="*/ 4057650 w 4057650"/>
                    <a:gd name="connsiteY3" fmla="*/ 48766 h 340866"/>
                    <a:gd name="connsiteX0" fmla="*/ 0 w 4052887"/>
                    <a:gd name="connsiteY0" fmla="*/ 396954 h 396954"/>
                    <a:gd name="connsiteX1" fmla="*/ 223837 w 4052887"/>
                    <a:gd name="connsiteY1" fmla="*/ 20717 h 396954"/>
                    <a:gd name="connsiteX2" fmla="*/ 827087 w 4052887"/>
                    <a:gd name="connsiteY2" fmla="*/ 46117 h 396954"/>
                    <a:gd name="connsiteX3" fmla="*/ 4052887 w 4052887"/>
                    <a:gd name="connsiteY3" fmla="*/ 52467 h 396954"/>
                    <a:gd name="connsiteX0" fmla="*/ 0 w 4052887"/>
                    <a:gd name="connsiteY0" fmla="*/ 396954 h 396954"/>
                    <a:gd name="connsiteX1" fmla="*/ 223837 w 4052887"/>
                    <a:gd name="connsiteY1" fmla="*/ 20717 h 396954"/>
                    <a:gd name="connsiteX2" fmla="*/ 827087 w 4052887"/>
                    <a:gd name="connsiteY2" fmla="*/ 46117 h 396954"/>
                    <a:gd name="connsiteX3" fmla="*/ 4052887 w 4052887"/>
                    <a:gd name="connsiteY3" fmla="*/ 52467 h 396954"/>
                    <a:gd name="connsiteX0" fmla="*/ 0 w 4052887"/>
                    <a:gd name="connsiteY0" fmla="*/ 397273 h 397273"/>
                    <a:gd name="connsiteX1" fmla="*/ 223837 w 4052887"/>
                    <a:gd name="connsiteY1" fmla="*/ 21036 h 397273"/>
                    <a:gd name="connsiteX2" fmla="*/ 827087 w 4052887"/>
                    <a:gd name="connsiteY2" fmla="*/ 46436 h 397273"/>
                    <a:gd name="connsiteX3" fmla="*/ 4052887 w 4052887"/>
                    <a:gd name="connsiteY3" fmla="*/ 52786 h 397273"/>
                    <a:gd name="connsiteX0" fmla="*/ 0 w 4052887"/>
                    <a:gd name="connsiteY0" fmla="*/ 396568 h 396568"/>
                    <a:gd name="connsiteX1" fmla="*/ 223837 w 4052887"/>
                    <a:gd name="connsiteY1" fmla="*/ 20331 h 396568"/>
                    <a:gd name="connsiteX2" fmla="*/ 827087 w 4052887"/>
                    <a:gd name="connsiteY2" fmla="*/ 45731 h 396568"/>
                    <a:gd name="connsiteX3" fmla="*/ 4052887 w 4052887"/>
                    <a:gd name="connsiteY3" fmla="*/ 52081 h 396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52887" h="396568">
                      <a:moveTo>
                        <a:pt x="0" y="396568"/>
                      </a:moveTo>
                      <a:cubicBezTo>
                        <a:pt x="30691" y="209508"/>
                        <a:pt x="85989" y="78804"/>
                        <a:pt x="223837" y="20331"/>
                      </a:cubicBezTo>
                      <a:cubicBezTo>
                        <a:pt x="361685" y="-38142"/>
                        <a:pt x="690032" y="48376"/>
                        <a:pt x="827087" y="45731"/>
                      </a:cubicBezTo>
                      <a:lnTo>
                        <a:pt x="4052887" y="52081"/>
                      </a:lnTo>
                    </a:path>
                  </a:pathLst>
                </a:custGeom>
                <a:grp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DB1B23EF-FDB8-E424-A5D7-97D0290AA506}"/>
                </a:ext>
              </a:extLst>
            </p:cNvPr>
            <p:cNvGrpSpPr/>
            <p:nvPr/>
          </p:nvGrpSpPr>
          <p:grpSpPr>
            <a:xfrm>
              <a:off x="11402481" y="3142552"/>
              <a:ext cx="315776" cy="315776"/>
              <a:chOff x="13007012" y="1458674"/>
              <a:chExt cx="1283745" cy="1283745"/>
            </a:xfrm>
          </p:grpSpPr>
          <p:grpSp>
            <p:nvGrpSpPr>
              <p:cNvPr id="355" name="组合 354">
                <a:extLst>
                  <a:ext uri="{FF2B5EF4-FFF2-40B4-BE49-F238E27FC236}">
                    <a16:creationId xmlns:a16="http://schemas.microsoft.com/office/drawing/2014/main" id="{AD3CADFB-2147-DC41-73DB-027BD71E7F9D}"/>
                  </a:ext>
                </a:extLst>
              </p:cNvPr>
              <p:cNvGrpSpPr/>
              <p:nvPr/>
            </p:nvGrpSpPr>
            <p:grpSpPr>
              <a:xfrm>
                <a:off x="13015296" y="1458674"/>
                <a:ext cx="1267177" cy="1283745"/>
                <a:chOff x="12341796" y="1458917"/>
                <a:chExt cx="1267177" cy="1283745"/>
              </a:xfrm>
            </p:grpSpPr>
            <p:sp>
              <p:nvSpPr>
                <p:cNvPr id="367" name="任意多边形: 形状 366">
                  <a:extLst>
                    <a:ext uri="{FF2B5EF4-FFF2-40B4-BE49-F238E27FC236}">
                      <a16:creationId xmlns:a16="http://schemas.microsoft.com/office/drawing/2014/main" id="{132663F7-7AB6-08C8-8D6E-242A509EDC32}"/>
                    </a:ext>
                  </a:extLst>
                </p:cNvPr>
                <p:cNvSpPr/>
                <p:nvPr/>
              </p:nvSpPr>
              <p:spPr>
                <a:xfrm>
                  <a:off x="12341796" y="209946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8" name="任意多边形: 形状 367">
                  <a:extLst>
                    <a:ext uri="{FF2B5EF4-FFF2-40B4-BE49-F238E27FC236}">
                      <a16:creationId xmlns:a16="http://schemas.microsoft.com/office/drawing/2014/main" id="{9EE6AB48-29DE-CB3A-D999-3AB4B29DAE60}"/>
                    </a:ext>
                  </a:extLst>
                </p:cNvPr>
                <p:cNvSpPr/>
                <p:nvPr/>
              </p:nvSpPr>
              <p:spPr>
                <a:xfrm rot="5400000">
                  <a:off x="12160256" y="1649474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9" name="任意多边形: 形状 368">
                  <a:extLst>
                    <a:ext uri="{FF2B5EF4-FFF2-40B4-BE49-F238E27FC236}">
                      <a16:creationId xmlns:a16="http://schemas.microsoft.com/office/drawing/2014/main" id="{B70424BF-3965-437E-46BE-4DAAA8437B04}"/>
                    </a:ext>
                  </a:extLst>
                </p:cNvPr>
                <p:cNvSpPr/>
                <p:nvPr/>
              </p:nvSpPr>
              <p:spPr>
                <a:xfrm rot="10800000">
                  <a:off x="12588669" y="146709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0" name="任意多边形: 形状 369">
                  <a:extLst>
                    <a:ext uri="{FF2B5EF4-FFF2-40B4-BE49-F238E27FC236}">
                      <a16:creationId xmlns:a16="http://schemas.microsoft.com/office/drawing/2014/main" id="{ED0EB767-1512-4B1D-E2FE-DCF3FE81472F}"/>
                    </a:ext>
                  </a:extLst>
                </p:cNvPr>
                <p:cNvSpPr/>
                <p:nvPr/>
              </p:nvSpPr>
              <p:spPr>
                <a:xfrm rot="16200000">
                  <a:off x="12788242" y="1921932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56" name="组合 355">
                <a:extLst>
                  <a:ext uri="{FF2B5EF4-FFF2-40B4-BE49-F238E27FC236}">
                    <a16:creationId xmlns:a16="http://schemas.microsoft.com/office/drawing/2014/main" id="{B7C2BEA6-E024-7ACE-A15A-7FE9C178E66A}"/>
                  </a:ext>
                </a:extLst>
              </p:cNvPr>
              <p:cNvGrpSpPr/>
              <p:nvPr/>
            </p:nvGrpSpPr>
            <p:grpSpPr>
              <a:xfrm rot="1800000">
                <a:off x="13015296" y="1458674"/>
                <a:ext cx="1267177" cy="1283745"/>
                <a:chOff x="12341796" y="1458917"/>
                <a:chExt cx="1267177" cy="1283745"/>
              </a:xfrm>
            </p:grpSpPr>
            <p:sp>
              <p:nvSpPr>
                <p:cNvPr id="363" name="任意多边形: 形状 362">
                  <a:extLst>
                    <a:ext uri="{FF2B5EF4-FFF2-40B4-BE49-F238E27FC236}">
                      <a16:creationId xmlns:a16="http://schemas.microsoft.com/office/drawing/2014/main" id="{604387FF-2115-E547-1FE0-06E15C21CC58}"/>
                    </a:ext>
                  </a:extLst>
                </p:cNvPr>
                <p:cNvSpPr/>
                <p:nvPr/>
              </p:nvSpPr>
              <p:spPr>
                <a:xfrm>
                  <a:off x="12341796" y="209946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4" name="任意多边形: 形状 363">
                  <a:extLst>
                    <a:ext uri="{FF2B5EF4-FFF2-40B4-BE49-F238E27FC236}">
                      <a16:creationId xmlns:a16="http://schemas.microsoft.com/office/drawing/2014/main" id="{C33EE41E-04EB-01AA-4E81-2B8893974CCE}"/>
                    </a:ext>
                  </a:extLst>
                </p:cNvPr>
                <p:cNvSpPr/>
                <p:nvPr/>
              </p:nvSpPr>
              <p:spPr>
                <a:xfrm rot="5400000">
                  <a:off x="12160256" y="1649474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5" name="任意多边形: 形状 364">
                  <a:extLst>
                    <a:ext uri="{FF2B5EF4-FFF2-40B4-BE49-F238E27FC236}">
                      <a16:creationId xmlns:a16="http://schemas.microsoft.com/office/drawing/2014/main" id="{719A8452-7DFC-0AEF-1C21-BB1239F4B04C}"/>
                    </a:ext>
                  </a:extLst>
                </p:cNvPr>
                <p:cNvSpPr/>
                <p:nvPr/>
              </p:nvSpPr>
              <p:spPr>
                <a:xfrm rot="10800000">
                  <a:off x="12588669" y="146709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6" name="任意多边形: 形状 365">
                  <a:extLst>
                    <a:ext uri="{FF2B5EF4-FFF2-40B4-BE49-F238E27FC236}">
                      <a16:creationId xmlns:a16="http://schemas.microsoft.com/office/drawing/2014/main" id="{1964288A-8021-32A4-E777-96AB6E32E735}"/>
                    </a:ext>
                  </a:extLst>
                </p:cNvPr>
                <p:cNvSpPr/>
                <p:nvPr/>
              </p:nvSpPr>
              <p:spPr>
                <a:xfrm rot="16200000">
                  <a:off x="12788242" y="1921932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57" name="组合 356">
                <a:extLst>
                  <a:ext uri="{FF2B5EF4-FFF2-40B4-BE49-F238E27FC236}">
                    <a16:creationId xmlns:a16="http://schemas.microsoft.com/office/drawing/2014/main" id="{084E0A1A-26BC-4E17-C040-E25DFB958FD0}"/>
                  </a:ext>
                </a:extLst>
              </p:cNvPr>
              <p:cNvGrpSpPr/>
              <p:nvPr/>
            </p:nvGrpSpPr>
            <p:grpSpPr>
              <a:xfrm rot="3600000">
                <a:off x="13015296" y="1458674"/>
                <a:ext cx="1267177" cy="1283745"/>
                <a:chOff x="12341796" y="1458917"/>
                <a:chExt cx="1267177" cy="1283745"/>
              </a:xfrm>
            </p:grpSpPr>
            <p:sp>
              <p:nvSpPr>
                <p:cNvPr id="359" name="任意多边形: 形状 358">
                  <a:extLst>
                    <a:ext uri="{FF2B5EF4-FFF2-40B4-BE49-F238E27FC236}">
                      <a16:creationId xmlns:a16="http://schemas.microsoft.com/office/drawing/2014/main" id="{1C0BC554-C85D-9C68-FEDC-9E857016D6A7}"/>
                    </a:ext>
                  </a:extLst>
                </p:cNvPr>
                <p:cNvSpPr/>
                <p:nvPr/>
              </p:nvSpPr>
              <p:spPr>
                <a:xfrm>
                  <a:off x="12341796" y="209946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0" name="任意多边形: 形状 359">
                  <a:extLst>
                    <a:ext uri="{FF2B5EF4-FFF2-40B4-BE49-F238E27FC236}">
                      <a16:creationId xmlns:a16="http://schemas.microsoft.com/office/drawing/2014/main" id="{53D8A6A0-D726-2805-72BB-D1CB8034515B}"/>
                    </a:ext>
                  </a:extLst>
                </p:cNvPr>
                <p:cNvSpPr/>
                <p:nvPr/>
              </p:nvSpPr>
              <p:spPr>
                <a:xfrm rot="5400000">
                  <a:off x="12160256" y="1649474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1" name="任意多边形: 形状 360">
                  <a:extLst>
                    <a:ext uri="{FF2B5EF4-FFF2-40B4-BE49-F238E27FC236}">
                      <a16:creationId xmlns:a16="http://schemas.microsoft.com/office/drawing/2014/main" id="{B4E882AC-D2CA-33F1-BED0-A60E633D65DE}"/>
                    </a:ext>
                  </a:extLst>
                </p:cNvPr>
                <p:cNvSpPr/>
                <p:nvPr/>
              </p:nvSpPr>
              <p:spPr>
                <a:xfrm rot="10800000">
                  <a:off x="12588669" y="146709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2" name="任意多边形: 形状 361">
                  <a:extLst>
                    <a:ext uri="{FF2B5EF4-FFF2-40B4-BE49-F238E27FC236}">
                      <a16:creationId xmlns:a16="http://schemas.microsoft.com/office/drawing/2014/main" id="{E480C502-6ED7-40AB-BF7C-957D115D1A5B}"/>
                    </a:ext>
                  </a:extLst>
                </p:cNvPr>
                <p:cNvSpPr/>
                <p:nvPr/>
              </p:nvSpPr>
              <p:spPr>
                <a:xfrm rot="16200000">
                  <a:off x="12788242" y="1921932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58" name="椭圆 357">
                <a:extLst>
                  <a:ext uri="{FF2B5EF4-FFF2-40B4-BE49-F238E27FC236}">
                    <a16:creationId xmlns:a16="http://schemas.microsoft.com/office/drawing/2014/main" id="{11EC6883-4A48-18A3-D640-8C0689EBFB9F}"/>
                  </a:ext>
                </a:extLst>
              </p:cNvPr>
              <p:cNvSpPr/>
              <p:nvPr/>
            </p:nvSpPr>
            <p:spPr>
              <a:xfrm>
                <a:off x="13183457" y="1635119"/>
                <a:ext cx="930857" cy="930857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01B015DA-C3EF-7FB6-254A-D678EF78B9A4}"/>
                </a:ext>
              </a:extLst>
            </p:cNvPr>
            <p:cNvGrpSpPr/>
            <p:nvPr/>
          </p:nvGrpSpPr>
          <p:grpSpPr>
            <a:xfrm flipH="1">
              <a:off x="6733278" y="3142552"/>
              <a:ext cx="315776" cy="315776"/>
              <a:chOff x="13007012" y="1458674"/>
              <a:chExt cx="1283745" cy="1283745"/>
            </a:xfrm>
          </p:grpSpPr>
          <p:grpSp>
            <p:nvGrpSpPr>
              <p:cNvPr id="339" name="组合 338">
                <a:extLst>
                  <a:ext uri="{FF2B5EF4-FFF2-40B4-BE49-F238E27FC236}">
                    <a16:creationId xmlns:a16="http://schemas.microsoft.com/office/drawing/2014/main" id="{D1FDA78E-5230-6044-5670-D3D23C151BC3}"/>
                  </a:ext>
                </a:extLst>
              </p:cNvPr>
              <p:cNvGrpSpPr/>
              <p:nvPr/>
            </p:nvGrpSpPr>
            <p:grpSpPr>
              <a:xfrm>
                <a:off x="13015296" y="1458674"/>
                <a:ext cx="1267177" cy="1283745"/>
                <a:chOff x="12341796" y="1458917"/>
                <a:chExt cx="1267177" cy="1283745"/>
              </a:xfrm>
            </p:grpSpPr>
            <p:sp>
              <p:nvSpPr>
                <p:cNvPr id="351" name="任意多边形: 形状 350">
                  <a:extLst>
                    <a:ext uri="{FF2B5EF4-FFF2-40B4-BE49-F238E27FC236}">
                      <a16:creationId xmlns:a16="http://schemas.microsoft.com/office/drawing/2014/main" id="{6AF010DB-76FF-6373-D092-AAE70C7024BE}"/>
                    </a:ext>
                  </a:extLst>
                </p:cNvPr>
                <p:cNvSpPr/>
                <p:nvPr/>
              </p:nvSpPr>
              <p:spPr>
                <a:xfrm>
                  <a:off x="12341796" y="209946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2" name="任意多边形: 形状 351">
                  <a:extLst>
                    <a:ext uri="{FF2B5EF4-FFF2-40B4-BE49-F238E27FC236}">
                      <a16:creationId xmlns:a16="http://schemas.microsoft.com/office/drawing/2014/main" id="{E4D4F2B9-92BF-CCAE-831E-A29BC71C682F}"/>
                    </a:ext>
                  </a:extLst>
                </p:cNvPr>
                <p:cNvSpPr/>
                <p:nvPr/>
              </p:nvSpPr>
              <p:spPr>
                <a:xfrm rot="5400000">
                  <a:off x="12160256" y="1649474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3" name="任意多边形: 形状 352">
                  <a:extLst>
                    <a:ext uri="{FF2B5EF4-FFF2-40B4-BE49-F238E27FC236}">
                      <a16:creationId xmlns:a16="http://schemas.microsoft.com/office/drawing/2014/main" id="{A25D2708-1BF4-2FDF-FE89-D70E51DE1654}"/>
                    </a:ext>
                  </a:extLst>
                </p:cNvPr>
                <p:cNvSpPr/>
                <p:nvPr/>
              </p:nvSpPr>
              <p:spPr>
                <a:xfrm rot="10800000">
                  <a:off x="12588669" y="146709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4" name="任意多边形: 形状 353">
                  <a:extLst>
                    <a:ext uri="{FF2B5EF4-FFF2-40B4-BE49-F238E27FC236}">
                      <a16:creationId xmlns:a16="http://schemas.microsoft.com/office/drawing/2014/main" id="{2D786F25-1914-CB37-C0B9-CF54F6E5D2F9}"/>
                    </a:ext>
                  </a:extLst>
                </p:cNvPr>
                <p:cNvSpPr/>
                <p:nvPr/>
              </p:nvSpPr>
              <p:spPr>
                <a:xfrm rot="16200000">
                  <a:off x="12788242" y="1921932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0" name="组合 339">
                <a:extLst>
                  <a:ext uri="{FF2B5EF4-FFF2-40B4-BE49-F238E27FC236}">
                    <a16:creationId xmlns:a16="http://schemas.microsoft.com/office/drawing/2014/main" id="{924FFF5F-F6EB-4422-E555-A0D96FB43865}"/>
                  </a:ext>
                </a:extLst>
              </p:cNvPr>
              <p:cNvGrpSpPr/>
              <p:nvPr/>
            </p:nvGrpSpPr>
            <p:grpSpPr>
              <a:xfrm rot="1800000">
                <a:off x="13015296" y="1458674"/>
                <a:ext cx="1267177" cy="1283745"/>
                <a:chOff x="12341796" y="1458917"/>
                <a:chExt cx="1267177" cy="1283745"/>
              </a:xfrm>
            </p:grpSpPr>
            <p:sp>
              <p:nvSpPr>
                <p:cNvPr id="347" name="任意多边形: 形状 346">
                  <a:extLst>
                    <a:ext uri="{FF2B5EF4-FFF2-40B4-BE49-F238E27FC236}">
                      <a16:creationId xmlns:a16="http://schemas.microsoft.com/office/drawing/2014/main" id="{BC0115AB-5777-BA4A-F2DA-B35B26F175D2}"/>
                    </a:ext>
                  </a:extLst>
                </p:cNvPr>
                <p:cNvSpPr/>
                <p:nvPr/>
              </p:nvSpPr>
              <p:spPr>
                <a:xfrm>
                  <a:off x="12341796" y="209946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8" name="任意多边形: 形状 347">
                  <a:extLst>
                    <a:ext uri="{FF2B5EF4-FFF2-40B4-BE49-F238E27FC236}">
                      <a16:creationId xmlns:a16="http://schemas.microsoft.com/office/drawing/2014/main" id="{790EF8B2-B260-F5C1-8167-70198201AC8C}"/>
                    </a:ext>
                  </a:extLst>
                </p:cNvPr>
                <p:cNvSpPr/>
                <p:nvPr/>
              </p:nvSpPr>
              <p:spPr>
                <a:xfrm rot="5400000">
                  <a:off x="12160256" y="1649474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9" name="任意多边形: 形状 348">
                  <a:extLst>
                    <a:ext uri="{FF2B5EF4-FFF2-40B4-BE49-F238E27FC236}">
                      <a16:creationId xmlns:a16="http://schemas.microsoft.com/office/drawing/2014/main" id="{F70AA501-DDEE-BE82-6A99-6AF7BFD955D3}"/>
                    </a:ext>
                  </a:extLst>
                </p:cNvPr>
                <p:cNvSpPr/>
                <p:nvPr/>
              </p:nvSpPr>
              <p:spPr>
                <a:xfrm rot="10800000">
                  <a:off x="12588669" y="146709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0" name="任意多边形: 形状 349">
                  <a:extLst>
                    <a:ext uri="{FF2B5EF4-FFF2-40B4-BE49-F238E27FC236}">
                      <a16:creationId xmlns:a16="http://schemas.microsoft.com/office/drawing/2014/main" id="{F4947B6A-AA08-9950-75A0-362E4602FD87}"/>
                    </a:ext>
                  </a:extLst>
                </p:cNvPr>
                <p:cNvSpPr/>
                <p:nvPr/>
              </p:nvSpPr>
              <p:spPr>
                <a:xfrm rot="16200000">
                  <a:off x="12788242" y="1921932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1" name="组合 340">
                <a:extLst>
                  <a:ext uri="{FF2B5EF4-FFF2-40B4-BE49-F238E27FC236}">
                    <a16:creationId xmlns:a16="http://schemas.microsoft.com/office/drawing/2014/main" id="{12675528-19D9-2814-B666-794768CE196F}"/>
                  </a:ext>
                </a:extLst>
              </p:cNvPr>
              <p:cNvGrpSpPr/>
              <p:nvPr/>
            </p:nvGrpSpPr>
            <p:grpSpPr>
              <a:xfrm rot="3600000">
                <a:off x="13015296" y="1458674"/>
                <a:ext cx="1267177" cy="1283745"/>
                <a:chOff x="12341796" y="1458917"/>
                <a:chExt cx="1267177" cy="1283745"/>
              </a:xfrm>
            </p:grpSpPr>
            <p:sp>
              <p:nvSpPr>
                <p:cNvPr id="343" name="任意多边形: 形状 342">
                  <a:extLst>
                    <a:ext uri="{FF2B5EF4-FFF2-40B4-BE49-F238E27FC236}">
                      <a16:creationId xmlns:a16="http://schemas.microsoft.com/office/drawing/2014/main" id="{81BCC208-D3B7-40C1-FBA9-AF71E98A6A2B}"/>
                    </a:ext>
                  </a:extLst>
                </p:cNvPr>
                <p:cNvSpPr/>
                <p:nvPr/>
              </p:nvSpPr>
              <p:spPr>
                <a:xfrm>
                  <a:off x="12341796" y="209946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4" name="任意多边形: 形状 343">
                  <a:extLst>
                    <a:ext uri="{FF2B5EF4-FFF2-40B4-BE49-F238E27FC236}">
                      <a16:creationId xmlns:a16="http://schemas.microsoft.com/office/drawing/2014/main" id="{6DA5CF0A-8412-967F-CCA0-9234E4A0A5C6}"/>
                    </a:ext>
                  </a:extLst>
                </p:cNvPr>
                <p:cNvSpPr/>
                <p:nvPr/>
              </p:nvSpPr>
              <p:spPr>
                <a:xfrm rot="5400000">
                  <a:off x="12160256" y="1649474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5" name="任意多边形: 形状 344">
                  <a:extLst>
                    <a:ext uri="{FF2B5EF4-FFF2-40B4-BE49-F238E27FC236}">
                      <a16:creationId xmlns:a16="http://schemas.microsoft.com/office/drawing/2014/main" id="{76767581-5D3B-2D1E-427D-2CF3FB967FA9}"/>
                    </a:ext>
                  </a:extLst>
                </p:cNvPr>
                <p:cNvSpPr/>
                <p:nvPr/>
              </p:nvSpPr>
              <p:spPr>
                <a:xfrm rot="10800000">
                  <a:off x="12588669" y="1467097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6" name="任意多边形: 形状 345">
                  <a:extLst>
                    <a:ext uri="{FF2B5EF4-FFF2-40B4-BE49-F238E27FC236}">
                      <a16:creationId xmlns:a16="http://schemas.microsoft.com/office/drawing/2014/main" id="{0D4F0448-5A32-F585-4F2E-75B13F5F6AB9}"/>
                    </a:ext>
                  </a:extLst>
                </p:cNvPr>
                <p:cNvSpPr/>
                <p:nvPr/>
              </p:nvSpPr>
              <p:spPr>
                <a:xfrm rot="16200000">
                  <a:off x="12788242" y="1921932"/>
                  <a:ext cx="1011287" cy="630174"/>
                </a:xfrm>
                <a:custGeom>
                  <a:avLst/>
                  <a:gdLst>
                    <a:gd name="connsiteX0" fmla="*/ 0 w 927100"/>
                    <a:gd name="connsiteY0" fmla="*/ 0 h 410374"/>
                    <a:gd name="connsiteX1" fmla="*/ 247650 w 927100"/>
                    <a:gd name="connsiteY1" fmla="*/ 273050 h 410374"/>
                    <a:gd name="connsiteX2" fmla="*/ 603250 w 927100"/>
                    <a:gd name="connsiteY2" fmla="*/ 393700 h 410374"/>
                    <a:gd name="connsiteX3" fmla="*/ 927100 w 927100"/>
                    <a:gd name="connsiteY3" fmla="*/ 374650 h 410374"/>
                    <a:gd name="connsiteX0" fmla="*/ 751778 w 756836"/>
                    <a:gd name="connsiteY0" fmla="*/ 0 h 658024"/>
                    <a:gd name="connsiteX1" fmla="*/ 8828 w 756836"/>
                    <a:gd name="connsiteY1" fmla="*/ 520700 h 658024"/>
                    <a:gd name="connsiteX2" fmla="*/ 364428 w 756836"/>
                    <a:gd name="connsiteY2" fmla="*/ 641350 h 658024"/>
                    <a:gd name="connsiteX3" fmla="*/ 688278 w 756836"/>
                    <a:gd name="connsiteY3" fmla="*/ 622300 h 658024"/>
                    <a:gd name="connsiteX0" fmla="*/ 405582 w 463906"/>
                    <a:gd name="connsiteY0" fmla="*/ 0 h 658024"/>
                    <a:gd name="connsiteX1" fmla="*/ 418282 w 463906"/>
                    <a:gd name="connsiteY1" fmla="*/ 285750 h 658024"/>
                    <a:gd name="connsiteX2" fmla="*/ 18232 w 463906"/>
                    <a:gd name="connsiteY2" fmla="*/ 641350 h 658024"/>
                    <a:gd name="connsiteX3" fmla="*/ 342082 w 463906"/>
                    <a:gd name="connsiteY3" fmla="*/ 622300 h 658024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3724 w 1082048"/>
                    <a:gd name="connsiteY0" fmla="*/ 0 h 932971"/>
                    <a:gd name="connsiteX1" fmla="*/ 1036424 w 1082048"/>
                    <a:gd name="connsiteY1" fmla="*/ 285750 h 932971"/>
                    <a:gd name="connsiteX2" fmla="*/ 636374 w 1082048"/>
                    <a:gd name="connsiteY2" fmla="*/ 641350 h 932971"/>
                    <a:gd name="connsiteX3" fmla="*/ 7724 w 1082048"/>
                    <a:gd name="connsiteY3" fmla="*/ 927100 h 932971"/>
                    <a:gd name="connsiteX0" fmla="*/ 1028137 w 1086461"/>
                    <a:gd name="connsiteY0" fmla="*/ 0 h 936450"/>
                    <a:gd name="connsiteX1" fmla="*/ 1040837 w 1086461"/>
                    <a:gd name="connsiteY1" fmla="*/ 285750 h 936450"/>
                    <a:gd name="connsiteX2" fmla="*/ 640787 w 1086461"/>
                    <a:gd name="connsiteY2" fmla="*/ 641350 h 936450"/>
                    <a:gd name="connsiteX3" fmla="*/ 12137 w 1086461"/>
                    <a:gd name="connsiteY3" fmla="*/ 927100 h 936450"/>
                    <a:gd name="connsiteX0" fmla="*/ 989665 w 1047989"/>
                    <a:gd name="connsiteY0" fmla="*/ 0 h 666755"/>
                    <a:gd name="connsiteX1" fmla="*/ 1002365 w 1047989"/>
                    <a:gd name="connsiteY1" fmla="*/ 285750 h 666755"/>
                    <a:gd name="connsiteX2" fmla="*/ 602315 w 1047989"/>
                    <a:gd name="connsiteY2" fmla="*/ 641350 h 666755"/>
                    <a:gd name="connsiteX3" fmla="*/ 11765 w 1047989"/>
                    <a:gd name="connsiteY3" fmla="*/ 603250 h 666755"/>
                    <a:gd name="connsiteX0" fmla="*/ 989665 w 1047989"/>
                    <a:gd name="connsiteY0" fmla="*/ 0 h 669136"/>
                    <a:gd name="connsiteX1" fmla="*/ 1002365 w 1047989"/>
                    <a:gd name="connsiteY1" fmla="*/ 288131 h 669136"/>
                    <a:gd name="connsiteX2" fmla="*/ 602315 w 1047989"/>
                    <a:gd name="connsiteY2" fmla="*/ 643731 h 669136"/>
                    <a:gd name="connsiteX3" fmla="*/ 11765 w 1047989"/>
                    <a:gd name="connsiteY3" fmla="*/ 605631 h 669136"/>
                    <a:gd name="connsiteX0" fmla="*/ 989665 w 1025269"/>
                    <a:gd name="connsiteY0" fmla="*/ 0 h 669136"/>
                    <a:gd name="connsiteX1" fmla="*/ 1002365 w 1025269"/>
                    <a:gd name="connsiteY1" fmla="*/ 288131 h 669136"/>
                    <a:gd name="connsiteX2" fmla="*/ 602315 w 1025269"/>
                    <a:gd name="connsiteY2" fmla="*/ 643731 h 669136"/>
                    <a:gd name="connsiteX3" fmla="*/ 11765 w 1025269"/>
                    <a:gd name="connsiteY3" fmla="*/ 605631 h 669136"/>
                    <a:gd name="connsiteX0" fmla="*/ 989233 w 989233"/>
                    <a:gd name="connsiteY0" fmla="*/ 0 h 663141"/>
                    <a:gd name="connsiteX1" fmla="*/ 861440 w 989233"/>
                    <a:gd name="connsiteY1" fmla="*/ 369093 h 663141"/>
                    <a:gd name="connsiteX2" fmla="*/ 601883 w 989233"/>
                    <a:gd name="connsiteY2" fmla="*/ 643731 h 663141"/>
                    <a:gd name="connsiteX3" fmla="*/ 11333 w 989233"/>
                    <a:gd name="connsiteY3" fmla="*/ 605631 h 663141"/>
                    <a:gd name="connsiteX0" fmla="*/ 989877 w 989877"/>
                    <a:gd name="connsiteY0" fmla="*/ 0 h 653342"/>
                    <a:gd name="connsiteX1" fmla="*/ 862084 w 989877"/>
                    <a:gd name="connsiteY1" fmla="*/ 369093 h 653342"/>
                    <a:gd name="connsiteX2" fmla="*/ 569190 w 989877"/>
                    <a:gd name="connsiteY2" fmla="*/ 629444 h 653342"/>
                    <a:gd name="connsiteX3" fmla="*/ 11977 w 989877"/>
                    <a:gd name="connsiteY3" fmla="*/ 605631 h 653342"/>
                    <a:gd name="connsiteX0" fmla="*/ 977900 w 977900"/>
                    <a:gd name="connsiteY0" fmla="*/ 0 h 645395"/>
                    <a:gd name="connsiteX1" fmla="*/ 850107 w 977900"/>
                    <a:gd name="connsiteY1" fmla="*/ 369093 h 645395"/>
                    <a:gd name="connsiteX2" fmla="*/ 557213 w 977900"/>
                    <a:gd name="connsiteY2" fmla="*/ 629444 h 645395"/>
                    <a:gd name="connsiteX3" fmla="*/ 0 w 977900"/>
                    <a:gd name="connsiteY3" fmla="*/ 605631 h 645395"/>
                    <a:gd name="connsiteX0" fmla="*/ 1006475 w 1006475"/>
                    <a:gd name="connsiteY0" fmla="*/ 0 h 649993"/>
                    <a:gd name="connsiteX1" fmla="*/ 878682 w 1006475"/>
                    <a:gd name="connsiteY1" fmla="*/ 369093 h 649993"/>
                    <a:gd name="connsiteX2" fmla="*/ 585788 w 1006475"/>
                    <a:gd name="connsiteY2" fmla="*/ 629444 h 649993"/>
                    <a:gd name="connsiteX3" fmla="*/ 0 w 1006475"/>
                    <a:gd name="connsiteY3" fmla="*/ 619918 h 649993"/>
                    <a:gd name="connsiteX0" fmla="*/ 1006475 w 1006475"/>
                    <a:gd name="connsiteY0" fmla="*/ 0 h 629884"/>
                    <a:gd name="connsiteX1" fmla="*/ 878682 w 1006475"/>
                    <a:gd name="connsiteY1" fmla="*/ 369093 h 629884"/>
                    <a:gd name="connsiteX2" fmla="*/ 519113 w 1006475"/>
                    <a:gd name="connsiteY2" fmla="*/ 588963 h 629884"/>
                    <a:gd name="connsiteX3" fmla="*/ 0 w 1006475"/>
                    <a:gd name="connsiteY3" fmla="*/ 619918 h 629884"/>
                    <a:gd name="connsiteX0" fmla="*/ 1006475 w 1006475"/>
                    <a:gd name="connsiteY0" fmla="*/ 0 h 628875"/>
                    <a:gd name="connsiteX1" fmla="*/ 859632 w 1006475"/>
                    <a:gd name="connsiteY1" fmla="*/ 397668 h 628875"/>
                    <a:gd name="connsiteX2" fmla="*/ 519113 w 1006475"/>
                    <a:gd name="connsiteY2" fmla="*/ 588963 h 628875"/>
                    <a:gd name="connsiteX3" fmla="*/ 0 w 1006475"/>
                    <a:gd name="connsiteY3" fmla="*/ 619918 h 628875"/>
                    <a:gd name="connsiteX0" fmla="*/ 1006475 w 1006475"/>
                    <a:gd name="connsiteY0" fmla="*/ 0 h 630762"/>
                    <a:gd name="connsiteX1" fmla="*/ 859632 w 1006475"/>
                    <a:gd name="connsiteY1" fmla="*/ 397668 h 630762"/>
                    <a:gd name="connsiteX2" fmla="*/ 504826 w 1006475"/>
                    <a:gd name="connsiteY2" fmla="*/ 596107 h 630762"/>
                    <a:gd name="connsiteX3" fmla="*/ 0 w 1006475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37"/>
                    <a:gd name="connsiteY0" fmla="*/ 0 h 630762"/>
                    <a:gd name="connsiteX1" fmla="*/ 859632 w 1011237"/>
                    <a:gd name="connsiteY1" fmla="*/ 397668 h 630762"/>
                    <a:gd name="connsiteX2" fmla="*/ 504826 w 1011237"/>
                    <a:gd name="connsiteY2" fmla="*/ 596107 h 630762"/>
                    <a:gd name="connsiteX3" fmla="*/ 0 w 1011237"/>
                    <a:gd name="connsiteY3" fmla="*/ 619918 h 630762"/>
                    <a:gd name="connsiteX0" fmla="*/ 1011237 w 1011284"/>
                    <a:gd name="connsiteY0" fmla="*/ 0 h 630762"/>
                    <a:gd name="connsiteX1" fmla="*/ 859632 w 1011284"/>
                    <a:gd name="connsiteY1" fmla="*/ 397668 h 630762"/>
                    <a:gd name="connsiteX2" fmla="*/ 504826 w 1011284"/>
                    <a:gd name="connsiteY2" fmla="*/ 596107 h 630762"/>
                    <a:gd name="connsiteX3" fmla="*/ 0 w 1011284"/>
                    <a:gd name="connsiteY3" fmla="*/ 619918 h 630762"/>
                    <a:gd name="connsiteX0" fmla="*/ 1011237 w 1011287"/>
                    <a:gd name="connsiteY0" fmla="*/ 0 h 630174"/>
                    <a:gd name="connsiteX1" fmla="*/ 864395 w 1011287"/>
                    <a:gd name="connsiteY1" fmla="*/ 411956 h 630174"/>
                    <a:gd name="connsiteX2" fmla="*/ 504826 w 1011287"/>
                    <a:gd name="connsiteY2" fmla="*/ 596107 h 630174"/>
                    <a:gd name="connsiteX3" fmla="*/ 0 w 1011287"/>
                    <a:gd name="connsiteY3" fmla="*/ 619918 h 630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1287" h="630174">
                      <a:moveTo>
                        <a:pt x="1011237" y="0"/>
                      </a:moveTo>
                      <a:cubicBezTo>
                        <a:pt x="1013354" y="229922"/>
                        <a:pt x="948797" y="312605"/>
                        <a:pt x="864395" y="411956"/>
                      </a:cubicBezTo>
                      <a:cubicBezTo>
                        <a:pt x="779993" y="511307"/>
                        <a:pt x="648892" y="561447"/>
                        <a:pt x="504826" y="596107"/>
                      </a:cubicBezTo>
                      <a:cubicBezTo>
                        <a:pt x="360760" y="630767"/>
                        <a:pt x="165630" y="639497"/>
                        <a:pt x="0" y="619918"/>
                      </a:cubicBez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1826">
                    <a:solidFill>
                      <a:prstClr val="white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42" name="椭圆 341">
                <a:extLst>
                  <a:ext uri="{FF2B5EF4-FFF2-40B4-BE49-F238E27FC236}">
                    <a16:creationId xmlns:a16="http://schemas.microsoft.com/office/drawing/2014/main" id="{175E567D-850A-C4D1-0DC6-75408A8581F1}"/>
                  </a:ext>
                </a:extLst>
              </p:cNvPr>
              <p:cNvSpPr/>
              <p:nvPr/>
            </p:nvSpPr>
            <p:spPr>
              <a:xfrm>
                <a:off x="13183457" y="1635119"/>
                <a:ext cx="930857" cy="930857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1" name="矩形: 圆角 210">
              <a:extLst>
                <a:ext uri="{FF2B5EF4-FFF2-40B4-BE49-F238E27FC236}">
                  <a16:creationId xmlns:a16="http://schemas.microsoft.com/office/drawing/2014/main" id="{FB835F61-EC78-BAA1-95F6-D0BEF168996A}"/>
                </a:ext>
              </a:extLst>
            </p:cNvPr>
            <p:cNvSpPr/>
            <p:nvPr/>
          </p:nvSpPr>
          <p:spPr>
            <a:xfrm>
              <a:off x="8797804" y="1119502"/>
              <a:ext cx="837336" cy="550322"/>
            </a:xfrm>
            <a:prstGeom prst="roundRect">
              <a:avLst>
                <a:gd name="adj" fmla="val 3439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BEFEB63F-5C64-9961-86AD-4C74D3D21ED0}"/>
                </a:ext>
              </a:extLst>
            </p:cNvPr>
            <p:cNvGrpSpPr/>
            <p:nvPr/>
          </p:nvGrpSpPr>
          <p:grpSpPr>
            <a:xfrm>
              <a:off x="9967099" y="1080021"/>
              <a:ext cx="650406" cy="650406"/>
              <a:chOff x="9361412" y="902099"/>
              <a:chExt cx="696988" cy="696988"/>
            </a:xfrm>
          </p:grpSpPr>
          <p:sp>
            <p:nvSpPr>
              <p:cNvPr id="337" name="图形 106">
                <a:extLst>
                  <a:ext uri="{FF2B5EF4-FFF2-40B4-BE49-F238E27FC236}">
                    <a16:creationId xmlns:a16="http://schemas.microsoft.com/office/drawing/2014/main" id="{D92AEA86-54DA-13B3-0DE1-6D94AA7F7CFC}"/>
                  </a:ext>
                </a:extLst>
              </p:cNvPr>
              <p:cNvSpPr/>
              <p:nvPr/>
            </p:nvSpPr>
            <p:spPr>
              <a:xfrm>
                <a:off x="9428953" y="950300"/>
                <a:ext cx="580959" cy="543431"/>
              </a:xfrm>
              <a:custGeom>
                <a:avLst/>
                <a:gdLst>
                  <a:gd name="connsiteX0" fmla="*/ 1164050 w 6919862"/>
                  <a:gd name="connsiteY0" fmla="*/ 6375570 h 6472862"/>
                  <a:gd name="connsiteX1" fmla="*/ 2533100 w 6919862"/>
                  <a:gd name="connsiteY1" fmla="*/ 6243583 h 6472862"/>
                  <a:gd name="connsiteX2" fmla="*/ 3420465 w 6919862"/>
                  <a:gd name="connsiteY2" fmla="*/ 4315573 h 6472862"/>
                  <a:gd name="connsiteX3" fmla="*/ 3724396 w 6919862"/>
                  <a:gd name="connsiteY3" fmla="*/ 4239167 h 6472862"/>
                  <a:gd name="connsiteX4" fmla="*/ 3837694 w 6919862"/>
                  <a:gd name="connsiteY4" fmla="*/ 5399432 h 6472862"/>
                  <a:gd name="connsiteX5" fmla="*/ 4668122 w 6919862"/>
                  <a:gd name="connsiteY5" fmla="*/ 6443277 h 6472862"/>
                  <a:gd name="connsiteX6" fmla="*/ 5678490 w 6919862"/>
                  <a:gd name="connsiteY6" fmla="*/ 6269602 h 6472862"/>
                  <a:gd name="connsiteX7" fmla="*/ 6910755 w 6919862"/>
                  <a:gd name="connsiteY7" fmla="*/ 4529946 h 6472862"/>
                  <a:gd name="connsiteX8" fmla="*/ 6106958 w 6919862"/>
                  <a:gd name="connsiteY8" fmla="*/ 3097726 h 6472862"/>
                  <a:gd name="connsiteX9" fmla="*/ 3993063 w 6919862"/>
                  <a:gd name="connsiteY9" fmla="*/ 3293537 h 6472862"/>
                  <a:gd name="connsiteX10" fmla="*/ 3775295 w 6919862"/>
                  <a:gd name="connsiteY10" fmla="*/ 3068289 h 6472862"/>
                  <a:gd name="connsiteX11" fmla="*/ 4723506 w 6919862"/>
                  <a:gd name="connsiteY11" fmla="*/ 2390153 h 6472862"/>
                  <a:gd name="connsiteX12" fmla="*/ 5212412 w 6919862"/>
                  <a:gd name="connsiteY12" fmla="*/ 1149161 h 6472862"/>
                  <a:gd name="connsiteX13" fmla="*/ 4556801 w 6919862"/>
                  <a:gd name="connsiteY13" fmla="*/ 361117 h 6472862"/>
                  <a:gd name="connsiteX14" fmla="*/ 2433872 w 6919862"/>
                  <a:gd name="connsiteY14" fmla="*/ 163922 h 6472862"/>
                  <a:gd name="connsiteX15" fmla="*/ 1595252 w 6919862"/>
                  <a:gd name="connsiteY15" fmla="*/ 1576046 h 6472862"/>
                  <a:gd name="connsiteX16" fmla="*/ 2821757 w 6919862"/>
                  <a:gd name="connsiteY16" fmla="*/ 3308544 h 6472862"/>
                  <a:gd name="connsiteX17" fmla="*/ 2781963 w 6919862"/>
                  <a:gd name="connsiteY17" fmla="*/ 3390539 h 6472862"/>
                  <a:gd name="connsiteX18" fmla="*/ 2736097 w 6919862"/>
                  <a:gd name="connsiteY18" fmla="*/ 3609902 h 6472862"/>
                  <a:gd name="connsiteX19" fmla="*/ 1674117 w 6919862"/>
                  <a:gd name="connsiteY19" fmla="*/ 3127769 h 6472862"/>
                  <a:gd name="connsiteX20" fmla="*/ 354777 w 6919862"/>
                  <a:gd name="connsiteY20" fmla="*/ 3324918 h 6472862"/>
                  <a:gd name="connsiteX21" fmla="*/ 19 w 6919862"/>
                  <a:gd name="connsiteY21" fmla="*/ 4286637 h 6472862"/>
                  <a:gd name="connsiteX22" fmla="*/ 890686 w 6919862"/>
                  <a:gd name="connsiteY22" fmla="*/ 6223483 h 6472862"/>
                  <a:gd name="connsiteX23" fmla="*/ 1164050 w 6919862"/>
                  <a:gd name="connsiteY23" fmla="*/ 6375570 h 6472862"/>
                  <a:gd name="connsiteX24" fmla="*/ 3221050 w 6919862"/>
                  <a:gd name="connsiteY24" fmla="*/ 4122193 h 6472862"/>
                  <a:gd name="connsiteX25" fmla="*/ 2928628 w 6919862"/>
                  <a:gd name="connsiteY25" fmla="*/ 3448428 h 6472862"/>
                  <a:gd name="connsiteX26" fmla="*/ 3602486 w 6919862"/>
                  <a:gd name="connsiteY26" fmla="*/ 3156046 h 6472862"/>
                  <a:gd name="connsiteX27" fmla="*/ 3894915 w 6919862"/>
                  <a:gd name="connsiteY27" fmla="*/ 3829808 h 6472862"/>
                  <a:gd name="connsiteX28" fmla="*/ 3221057 w 6919862"/>
                  <a:gd name="connsiteY28" fmla="*/ 4122195 h 6472862"/>
                  <a:gd name="connsiteX29" fmla="*/ 3221050 w 6919862"/>
                  <a:gd name="connsiteY29" fmla="*/ 4122192 h 6472862"/>
                  <a:gd name="connsiteX30" fmla="*/ 3287461 w 6919862"/>
                  <a:gd name="connsiteY30" fmla="*/ 3953977 h 6472862"/>
                  <a:gd name="connsiteX31" fmla="*/ 3726674 w 6919862"/>
                  <a:gd name="connsiteY31" fmla="*/ 3763407 h 6472862"/>
                  <a:gd name="connsiteX32" fmla="*/ 3536077 w 6919862"/>
                  <a:gd name="connsiteY32" fmla="*/ 3324257 h 6472862"/>
                  <a:gd name="connsiteX33" fmla="*/ 3096868 w 6919862"/>
                  <a:gd name="connsiteY33" fmla="*/ 3514829 h 6472862"/>
                  <a:gd name="connsiteX34" fmla="*/ 3287461 w 6919862"/>
                  <a:gd name="connsiteY34" fmla="*/ 3953977 h 647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919862" h="6472862">
                    <a:moveTo>
                      <a:pt x="1164050" y="6375570"/>
                    </a:moveTo>
                    <a:cubicBezTo>
                      <a:pt x="1595879" y="6543519"/>
                      <a:pt x="2162471" y="6489573"/>
                      <a:pt x="2533100" y="6243583"/>
                    </a:cubicBezTo>
                    <a:cubicBezTo>
                      <a:pt x="3018151" y="5921653"/>
                      <a:pt x="3471444" y="5488652"/>
                      <a:pt x="3420465" y="4315573"/>
                    </a:cubicBezTo>
                    <a:cubicBezTo>
                      <a:pt x="3526358" y="4314219"/>
                      <a:pt x="3630456" y="4288050"/>
                      <a:pt x="3724396" y="4239167"/>
                    </a:cubicBezTo>
                    <a:cubicBezTo>
                      <a:pt x="3822897" y="4622926"/>
                      <a:pt x="3818334" y="5010961"/>
                      <a:pt x="3837694" y="5399432"/>
                    </a:cubicBezTo>
                    <a:cubicBezTo>
                      <a:pt x="3862528" y="5897737"/>
                      <a:pt x="4032361" y="6320822"/>
                      <a:pt x="4668122" y="6443277"/>
                    </a:cubicBezTo>
                    <a:cubicBezTo>
                      <a:pt x="5003683" y="6507911"/>
                      <a:pt x="5385527" y="6445509"/>
                      <a:pt x="5678490" y="6269602"/>
                    </a:cubicBezTo>
                    <a:cubicBezTo>
                      <a:pt x="6397032" y="5838163"/>
                      <a:pt x="6815631" y="5234142"/>
                      <a:pt x="6910755" y="4529946"/>
                    </a:cubicBezTo>
                    <a:cubicBezTo>
                      <a:pt x="6984038" y="3987437"/>
                      <a:pt x="6597270" y="3341339"/>
                      <a:pt x="6106958" y="3097726"/>
                    </a:cubicBezTo>
                    <a:cubicBezTo>
                      <a:pt x="5585545" y="2838662"/>
                      <a:pt x="4983796" y="2662652"/>
                      <a:pt x="3993063" y="3293537"/>
                    </a:cubicBezTo>
                    <a:cubicBezTo>
                      <a:pt x="3939085" y="3202463"/>
                      <a:pt x="3864499" y="3125315"/>
                      <a:pt x="3775295" y="3068289"/>
                    </a:cubicBezTo>
                    <a:cubicBezTo>
                      <a:pt x="4058415" y="2791173"/>
                      <a:pt x="4396754" y="2601125"/>
                      <a:pt x="4723506" y="2390153"/>
                    </a:cubicBezTo>
                    <a:cubicBezTo>
                      <a:pt x="5142696" y="2119497"/>
                      <a:pt x="5424228" y="1760896"/>
                      <a:pt x="5212412" y="1149161"/>
                    </a:cubicBezTo>
                    <a:cubicBezTo>
                      <a:pt x="5100613" y="826280"/>
                      <a:pt x="4855644" y="526842"/>
                      <a:pt x="4556801" y="361117"/>
                    </a:cubicBezTo>
                    <a:cubicBezTo>
                      <a:pt x="3823840" y="-45350"/>
                      <a:pt x="3091372" y="-105806"/>
                      <a:pt x="2433872" y="163922"/>
                    </a:cubicBezTo>
                    <a:cubicBezTo>
                      <a:pt x="1927337" y="371721"/>
                      <a:pt x="1561100" y="1029678"/>
                      <a:pt x="1595252" y="1576046"/>
                    </a:cubicBezTo>
                    <a:cubicBezTo>
                      <a:pt x="1631569" y="2157064"/>
                      <a:pt x="1779988" y="2766115"/>
                      <a:pt x="2821757" y="3308544"/>
                    </a:cubicBezTo>
                    <a:cubicBezTo>
                      <a:pt x="2806665" y="3334951"/>
                      <a:pt x="2793371" y="3362344"/>
                      <a:pt x="2781963" y="3390539"/>
                    </a:cubicBezTo>
                    <a:cubicBezTo>
                      <a:pt x="2754592" y="3460604"/>
                      <a:pt x="2739091" y="3534741"/>
                      <a:pt x="2736097" y="3609902"/>
                    </a:cubicBezTo>
                    <a:cubicBezTo>
                      <a:pt x="2354301" y="3503338"/>
                      <a:pt x="2020381" y="3305297"/>
                      <a:pt x="1674117" y="3127769"/>
                    </a:cubicBezTo>
                    <a:cubicBezTo>
                      <a:pt x="1230094" y="2900120"/>
                      <a:pt x="778723" y="2835638"/>
                      <a:pt x="354777" y="3324918"/>
                    </a:cubicBezTo>
                    <a:cubicBezTo>
                      <a:pt x="131014" y="3583165"/>
                      <a:pt x="-5860" y="3945005"/>
                      <a:pt x="19" y="4286637"/>
                    </a:cubicBezTo>
                    <a:cubicBezTo>
                      <a:pt x="14439" y="5124543"/>
                      <a:pt x="328310" y="5789016"/>
                      <a:pt x="890686" y="6223483"/>
                    </a:cubicBezTo>
                    <a:cubicBezTo>
                      <a:pt x="971920" y="6286241"/>
                      <a:pt x="1064399" y="6336813"/>
                      <a:pt x="1164050" y="6375570"/>
                    </a:cubicBezTo>
                    <a:close/>
                    <a:moveTo>
                      <a:pt x="3221050" y="4122193"/>
                    </a:moveTo>
                    <a:cubicBezTo>
                      <a:pt x="2954218" y="4016876"/>
                      <a:pt x="2823296" y="3715221"/>
                      <a:pt x="2928628" y="3448428"/>
                    </a:cubicBezTo>
                    <a:cubicBezTo>
                      <a:pt x="3033959" y="3181635"/>
                      <a:pt x="3335655" y="3050732"/>
                      <a:pt x="3602486" y="3156046"/>
                    </a:cubicBezTo>
                    <a:cubicBezTo>
                      <a:pt x="3869319" y="3261360"/>
                      <a:pt x="4000244" y="3563014"/>
                      <a:pt x="3894915" y="3829808"/>
                    </a:cubicBezTo>
                    <a:cubicBezTo>
                      <a:pt x="3789586" y="4096603"/>
                      <a:pt x="3487889" y="4227509"/>
                      <a:pt x="3221057" y="4122195"/>
                    </a:cubicBezTo>
                    <a:cubicBezTo>
                      <a:pt x="3221054" y="4122194"/>
                      <a:pt x="3221052" y="4122193"/>
                      <a:pt x="3221050" y="4122192"/>
                    </a:cubicBezTo>
                    <a:close/>
                    <a:moveTo>
                      <a:pt x="3287461" y="3953977"/>
                    </a:moveTo>
                    <a:cubicBezTo>
                      <a:pt x="3461378" y="4022620"/>
                      <a:pt x="3658021" y="3937299"/>
                      <a:pt x="3726674" y="3763407"/>
                    </a:cubicBezTo>
                    <a:cubicBezTo>
                      <a:pt x="3795327" y="3589515"/>
                      <a:pt x="3709994" y="3392900"/>
                      <a:pt x="3536077" y="3324257"/>
                    </a:cubicBezTo>
                    <a:cubicBezTo>
                      <a:pt x="3362160" y="3255616"/>
                      <a:pt x="3165520" y="3340938"/>
                      <a:pt x="3096868" y="3514829"/>
                    </a:cubicBezTo>
                    <a:cubicBezTo>
                      <a:pt x="3028216" y="3688719"/>
                      <a:pt x="3113547" y="3885332"/>
                      <a:pt x="3287461" y="395397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5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defTabSz="914457"/>
                <a:endParaRPr lang="zh-CN" altLang="en-US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338" name="椭圆 337">
                <a:extLst>
                  <a:ext uri="{FF2B5EF4-FFF2-40B4-BE49-F238E27FC236}">
                    <a16:creationId xmlns:a16="http://schemas.microsoft.com/office/drawing/2014/main" id="{A97D63BD-542F-1F55-746C-E44BD49B87A1}"/>
                  </a:ext>
                </a:extLst>
              </p:cNvPr>
              <p:cNvSpPr/>
              <p:nvPr/>
            </p:nvSpPr>
            <p:spPr>
              <a:xfrm>
                <a:off x="9361412" y="902099"/>
                <a:ext cx="696988" cy="6969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3" name="任意多边形: 形状 212">
              <a:extLst>
                <a:ext uri="{FF2B5EF4-FFF2-40B4-BE49-F238E27FC236}">
                  <a16:creationId xmlns:a16="http://schemas.microsoft.com/office/drawing/2014/main" id="{985DE6A1-7854-6142-B8F5-0604FA89B80F}"/>
                </a:ext>
              </a:extLst>
            </p:cNvPr>
            <p:cNvSpPr/>
            <p:nvPr/>
          </p:nvSpPr>
          <p:spPr>
            <a:xfrm rot="16200000">
              <a:off x="10282314" y="1657669"/>
              <a:ext cx="1179365" cy="521757"/>
            </a:xfrm>
            <a:custGeom>
              <a:avLst/>
              <a:gdLst>
                <a:gd name="connsiteX0" fmla="*/ 1179365 w 1179365"/>
                <a:gd name="connsiteY0" fmla="*/ 3141 h 521757"/>
                <a:gd name="connsiteX1" fmla="*/ 1179365 w 1179365"/>
                <a:gd name="connsiteY1" fmla="*/ 501591 h 521757"/>
                <a:gd name="connsiteX2" fmla="*/ 1159200 w 1179365"/>
                <a:gd name="connsiteY2" fmla="*/ 521757 h 521757"/>
                <a:gd name="connsiteX3" fmla="*/ 1078544 w 1179365"/>
                <a:gd name="connsiteY3" fmla="*/ 521757 h 521757"/>
                <a:gd name="connsiteX4" fmla="*/ 1078542 w 1179365"/>
                <a:gd name="connsiteY4" fmla="*/ 521756 h 521757"/>
                <a:gd name="connsiteX5" fmla="*/ 20165 w 1179365"/>
                <a:gd name="connsiteY5" fmla="*/ 521756 h 521757"/>
                <a:gd name="connsiteX6" fmla="*/ 0 w 1179365"/>
                <a:gd name="connsiteY6" fmla="*/ 501591 h 521757"/>
                <a:gd name="connsiteX7" fmla="*/ 0 w 1179365"/>
                <a:gd name="connsiteY7" fmla="*/ 420935 h 521757"/>
                <a:gd name="connsiteX8" fmla="*/ 20165 w 1179365"/>
                <a:gd name="connsiteY8" fmla="*/ 400770 h 521757"/>
                <a:gd name="connsiteX9" fmla="*/ 1058379 w 1179365"/>
                <a:gd name="connsiteY9" fmla="*/ 400770 h 521757"/>
                <a:gd name="connsiteX10" fmla="*/ 1058379 w 1179365"/>
                <a:gd name="connsiteY10" fmla="*/ 5063 h 521757"/>
                <a:gd name="connsiteX11" fmla="*/ 1103006 w 1179365"/>
                <a:gd name="connsiteY11" fmla="*/ 9562 h 521757"/>
                <a:gd name="connsiteX12" fmla="*/ 1168546 w 1179365"/>
                <a:gd name="connsiteY12" fmla="*/ 2955 h 521757"/>
                <a:gd name="connsiteX13" fmla="*/ 1178064 w 1179365"/>
                <a:gd name="connsiteY13" fmla="*/ 0 h 521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9365" h="521757">
                  <a:moveTo>
                    <a:pt x="1179365" y="3141"/>
                  </a:moveTo>
                  <a:lnTo>
                    <a:pt x="1179365" y="501591"/>
                  </a:lnTo>
                  <a:cubicBezTo>
                    <a:pt x="1179365" y="512729"/>
                    <a:pt x="1170337" y="521757"/>
                    <a:pt x="1159200" y="521757"/>
                  </a:cubicBezTo>
                  <a:lnTo>
                    <a:pt x="1078544" y="521757"/>
                  </a:lnTo>
                  <a:lnTo>
                    <a:pt x="1078542" y="521756"/>
                  </a:lnTo>
                  <a:lnTo>
                    <a:pt x="20165" y="521756"/>
                  </a:lnTo>
                  <a:cubicBezTo>
                    <a:pt x="9028" y="521756"/>
                    <a:pt x="0" y="512728"/>
                    <a:pt x="0" y="501591"/>
                  </a:cubicBezTo>
                  <a:lnTo>
                    <a:pt x="0" y="420935"/>
                  </a:lnTo>
                  <a:cubicBezTo>
                    <a:pt x="0" y="409798"/>
                    <a:pt x="9028" y="400770"/>
                    <a:pt x="20165" y="400770"/>
                  </a:cubicBezTo>
                  <a:lnTo>
                    <a:pt x="1058379" y="400770"/>
                  </a:lnTo>
                  <a:lnTo>
                    <a:pt x="1058379" y="5063"/>
                  </a:lnTo>
                  <a:lnTo>
                    <a:pt x="1103006" y="9562"/>
                  </a:lnTo>
                  <a:cubicBezTo>
                    <a:pt x="1125457" y="9562"/>
                    <a:pt x="1147376" y="7287"/>
                    <a:pt x="1168546" y="2955"/>
                  </a:cubicBezTo>
                  <a:lnTo>
                    <a:pt x="1178064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57"/>
              <a:endParaRPr lang="zh-CN" altLang="en-US" sz="2857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任意多边形: 形状 213">
              <a:extLst>
                <a:ext uri="{FF2B5EF4-FFF2-40B4-BE49-F238E27FC236}">
                  <a16:creationId xmlns:a16="http://schemas.microsoft.com/office/drawing/2014/main" id="{F3A0B59C-5C32-2F9A-7E68-33C36F508378}"/>
                </a:ext>
              </a:extLst>
            </p:cNvPr>
            <p:cNvSpPr/>
            <p:nvPr/>
          </p:nvSpPr>
          <p:spPr>
            <a:xfrm rot="16200000">
              <a:off x="9745780" y="1219519"/>
              <a:ext cx="120986" cy="339677"/>
            </a:xfrm>
            <a:custGeom>
              <a:avLst/>
              <a:gdLst>
                <a:gd name="connsiteX0" fmla="*/ 120986 w 120986"/>
                <a:gd name="connsiteY0" fmla="*/ 20165 h 339677"/>
                <a:gd name="connsiteX1" fmla="*/ 120986 w 120986"/>
                <a:gd name="connsiteY1" fmla="*/ 332257 h 339677"/>
                <a:gd name="connsiteX2" fmla="*/ 117913 w 120986"/>
                <a:gd name="connsiteY2" fmla="*/ 339677 h 339677"/>
                <a:gd name="connsiteX3" fmla="*/ 110166 w 120986"/>
                <a:gd name="connsiteY3" fmla="*/ 337272 h 339677"/>
                <a:gd name="connsiteX4" fmla="*/ 44626 w 120986"/>
                <a:gd name="connsiteY4" fmla="*/ 330665 h 339677"/>
                <a:gd name="connsiteX5" fmla="*/ 1156 w 120986"/>
                <a:gd name="connsiteY5" fmla="*/ 335047 h 339677"/>
                <a:gd name="connsiteX6" fmla="*/ 0 w 120986"/>
                <a:gd name="connsiteY6" fmla="*/ 332257 h 339677"/>
                <a:gd name="connsiteX7" fmla="*/ 0 w 120986"/>
                <a:gd name="connsiteY7" fmla="*/ 20165 h 339677"/>
                <a:gd name="connsiteX8" fmla="*/ 20165 w 120986"/>
                <a:gd name="connsiteY8" fmla="*/ 0 h 339677"/>
                <a:gd name="connsiteX9" fmla="*/ 100821 w 120986"/>
                <a:gd name="connsiteY9" fmla="*/ 0 h 339677"/>
                <a:gd name="connsiteX10" fmla="*/ 120986 w 120986"/>
                <a:gd name="connsiteY10" fmla="*/ 20165 h 339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986" h="339677">
                  <a:moveTo>
                    <a:pt x="120986" y="20165"/>
                  </a:moveTo>
                  <a:lnTo>
                    <a:pt x="120986" y="332257"/>
                  </a:lnTo>
                  <a:lnTo>
                    <a:pt x="117913" y="339677"/>
                  </a:lnTo>
                  <a:lnTo>
                    <a:pt x="110166" y="337272"/>
                  </a:lnTo>
                  <a:cubicBezTo>
                    <a:pt x="88996" y="332940"/>
                    <a:pt x="67077" y="330665"/>
                    <a:pt x="44626" y="330665"/>
                  </a:cubicBezTo>
                  <a:lnTo>
                    <a:pt x="1156" y="335047"/>
                  </a:lnTo>
                  <a:lnTo>
                    <a:pt x="0" y="332257"/>
                  </a:lnTo>
                  <a:lnTo>
                    <a:pt x="0" y="20165"/>
                  </a:lnTo>
                  <a:cubicBezTo>
                    <a:pt x="0" y="9028"/>
                    <a:pt x="9028" y="0"/>
                    <a:pt x="20165" y="0"/>
                  </a:cubicBezTo>
                  <a:lnTo>
                    <a:pt x="100821" y="0"/>
                  </a:lnTo>
                  <a:cubicBezTo>
                    <a:pt x="111958" y="0"/>
                    <a:pt x="120986" y="9028"/>
                    <a:pt x="120986" y="20165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57"/>
              <a:endParaRPr lang="zh-CN" altLang="en-US" sz="2857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5" name="组合 214">
              <a:extLst>
                <a:ext uri="{FF2B5EF4-FFF2-40B4-BE49-F238E27FC236}">
                  <a16:creationId xmlns:a16="http://schemas.microsoft.com/office/drawing/2014/main" id="{2CC79D0D-FA17-4387-C015-18FD3F3CBAEA}"/>
                </a:ext>
              </a:extLst>
            </p:cNvPr>
            <p:cNvGrpSpPr/>
            <p:nvPr/>
          </p:nvGrpSpPr>
          <p:grpSpPr>
            <a:xfrm>
              <a:off x="7808413" y="1080021"/>
              <a:ext cx="650406" cy="650406"/>
              <a:chOff x="9361412" y="902099"/>
              <a:chExt cx="696988" cy="696988"/>
            </a:xfrm>
          </p:grpSpPr>
          <p:sp>
            <p:nvSpPr>
              <p:cNvPr id="335" name="图形 106">
                <a:extLst>
                  <a:ext uri="{FF2B5EF4-FFF2-40B4-BE49-F238E27FC236}">
                    <a16:creationId xmlns:a16="http://schemas.microsoft.com/office/drawing/2014/main" id="{62A84DB0-539F-A877-1A19-833F9A117288}"/>
                  </a:ext>
                </a:extLst>
              </p:cNvPr>
              <p:cNvSpPr/>
              <p:nvPr/>
            </p:nvSpPr>
            <p:spPr>
              <a:xfrm>
                <a:off x="9428953" y="950300"/>
                <a:ext cx="580959" cy="543431"/>
              </a:xfrm>
              <a:custGeom>
                <a:avLst/>
                <a:gdLst>
                  <a:gd name="connsiteX0" fmla="*/ 1164050 w 6919862"/>
                  <a:gd name="connsiteY0" fmla="*/ 6375570 h 6472862"/>
                  <a:gd name="connsiteX1" fmla="*/ 2533100 w 6919862"/>
                  <a:gd name="connsiteY1" fmla="*/ 6243583 h 6472862"/>
                  <a:gd name="connsiteX2" fmla="*/ 3420465 w 6919862"/>
                  <a:gd name="connsiteY2" fmla="*/ 4315573 h 6472862"/>
                  <a:gd name="connsiteX3" fmla="*/ 3724396 w 6919862"/>
                  <a:gd name="connsiteY3" fmla="*/ 4239167 h 6472862"/>
                  <a:gd name="connsiteX4" fmla="*/ 3837694 w 6919862"/>
                  <a:gd name="connsiteY4" fmla="*/ 5399432 h 6472862"/>
                  <a:gd name="connsiteX5" fmla="*/ 4668122 w 6919862"/>
                  <a:gd name="connsiteY5" fmla="*/ 6443277 h 6472862"/>
                  <a:gd name="connsiteX6" fmla="*/ 5678490 w 6919862"/>
                  <a:gd name="connsiteY6" fmla="*/ 6269602 h 6472862"/>
                  <a:gd name="connsiteX7" fmla="*/ 6910755 w 6919862"/>
                  <a:gd name="connsiteY7" fmla="*/ 4529946 h 6472862"/>
                  <a:gd name="connsiteX8" fmla="*/ 6106958 w 6919862"/>
                  <a:gd name="connsiteY8" fmla="*/ 3097726 h 6472862"/>
                  <a:gd name="connsiteX9" fmla="*/ 3993063 w 6919862"/>
                  <a:gd name="connsiteY9" fmla="*/ 3293537 h 6472862"/>
                  <a:gd name="connsiteX10" fmla="*/ 3775295 w 6919862"/>
                  <a:gd name="connsiteY10" fmla="*/ 3068289 h 6472862"/>
                  <a:gd name="connsiteX11" fmla="*/ 4723506 w 6919862"/>
                  <a:gd name="connsiteY11" fmla="*/ 2390153 h 6472862"/>
                  <a:gd name="connsiteX12" fmla="*/ 5212412 w 6919862"/>
                  <a:gd name="connsiteY12" fmla="*/ 1149161 h 6472862"/>
                  <a:gd name="connsiteX13" fmla="*/ 4556801 w 6919862"/>
                  <a:gd name="connsiteY13" fmla="*/ 361117 h 6472862"/>
                  <a:gd name="connsiteX14" fmla="*/ 2433872 w 6919862"/>
                  <a:gd name="connsiteY14" fmla="*/ 163922 h 6472862"/>
                  <a:gd name="connsiteX15" fmla="*/ 1595252 w 6919862"/>
                  <a:gd name="connsiteY15" fmla="*/ 1576046 h 6472862"/>
                  <a:gd name="connsiteX16" fmla="*/ 2821757 w 6919862"/>
                  <a:gd name="connsiteY16" fmla="*/ 3308544 h 6472862"/>
                  <a:gd name="connsiteX17" fmla="*/ 2781963 w 6919862"/>
                  <a:gd name="connsiteY17" fmla="*/ 3390539 h 6472862"/>
                  <a:gd name="connsiteX18" fmla="*/ 2736097 w 6919862"/>
                  <a:gd name="connsiteY18" fmla="*/ 3609902 h 6472862"/>
                  <a:gd name="connsiteX19" fmla="*/ 1674117 w 6919862"/>
                  <a:gd name="connsiteY19" fmla="*/ 3127769 h 6472862"/>
                  <a:gd name="connsiteX20" fmla="*/ 354777 w 6919862"/>
                  <a:gd name="connsiteY20" fmla="*/ 3324918 h 6472862"/>
                  <a:gd name="connsiteX21" fmla="*/ 19 w 6919862"/>
                  <a:gd name="connsiteY21" fmla="*/ 4286637 h 6472862"/>
                  <a:gd name="connsiteX22" fmla="*/ 890686 w 6919862"/>
                  <a:gd name="connsiteY22" fmla="*/ 6223483 h 6472862"/>
                  <a:gd name="connsiteX23" fmla="*/ 1164050 w 6919862"/>
                  <a:gd name="connsiteY23" fmla="*/ 6375570 h 6472862"/>
                  <a:gd name="connsiteX24" fmla="*/ 3221050 w 6919862"/>
                  <a:gd name="connsiteY24" fmla="*/ 4122193 h 6472862"/>
                  <a:gd name="connsiteX25" fmla="*/ 2928628 w 6919862"/>
                  <a:gd name="connsiteY25" fmla="*/ 3448428 h 6472862"/>
                  <a:gd name="connsiteX26" fmla="*/ 3602486 w 6919862"/>
                  <a:gd name="connsiteY26" fmla="*/ 3156046 h 6472862"/>
                  <a:gd name="connsiteX27" fmla="*/ 3894915 w 6919862"/>
                  <a:gd name="connsiteY27" fmla="*/ 3829808 h 6472862"/>
                  <a:gd name="connsiteX28" fmla="*/ 3221057 w 6919862"/>
                  <a:gd name="connsiteY28" fmla="*/ 4122195 h 6472862"/>
                  <a:gd name="connsiteX29" fmla="*/ 3221050 w 6919862"/>
                  <a:gd name="connsiteY29" fmla="*/ 4122192 h 6472862"/>
                  <a:gd name="connsiteX30" fmla="*/ 3287461 w 6919862"/>
                  <a:gd name="connsiteY30" fmla="*/ 3953977 h 6472862"/>
                  <a:gd name="connsiteX31" fmla="*/ 3726674 w 6919862"/>
                  <a:gd name="connsiteY31" fmla="*/ 3763407 h 6472862"/>
                  <a:gd name="connsiteX32" fmla="*/ 3536077 w 6919862"/>
                  <a:gd name="connsiteY32" fmla="*/ 3324257 h 6472862"/>
                  <a:gd name="connsiteX33" fmla="*/ 3096868 w 6919862"/>
                  <a:gd name="connsiteY33" fmla="*/ 3514829 h 6472862"/>
                  <a:gd name="connsiteX34" fmla="*/ 3287461 w 6919862"/>
                  <a:gd name="connsiteY34" fmla="*/ 3953977 h 647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919862" h="6472862">
                    <a:moveTo>
                      <a:pt x="1164050" y="6375570"/>
                    </a:moveTo>
                    <a:cubicBezTo>
                      <a:pt x="1595879" y="6543519"/>
                      <a:pt x="2162471" y="6489573"/>
                      <a:pt x="2533100" y="6243583"/>
                    </a:cubicBezTo>
                    <a:cubicBezTo>
                      <a:pt x="3018151" y="5921653"/>
                      <a:pt x="3471444" y="5488652"/>
                      <a:pt x="3420465" y="4315573"/>
                    </a:cubicBezTo>
                    <a:cubicBezTo>
                      <a:pt x="3526358" y="4314219"/>
                      <a:pt x="3630456" y="4288050"/>
                      <a:pt x="3724396" y="4239167"/>
                    </a:cubicBezTo>
                    <a:cubicBezTo>
                      <a:pt x="3822897" y="4622926"/>
                      <a:pt x="3818334" y="5010961"/>
                      <a:pt x="3837694" y="5399432"/>
                    </a:cubicBezTo>
                    <a:cubicBezTo>
                      <a:pt x="3862528" y="5897737"/>
                      <a:pt x="4032361" y="6320822"/>
                      <a:pt x="4668122" y="6443277"/>
                    </a:cubicBezTo>
                    <a:cubicBezTo>
                      <a:pt x="5003683" y="6507911"/>
                      <a:pt x="5385527" y="6445509"/>
                      <a:pt x="5678490" y="6269602"/>
                    </a:cubicBezTo>
                    <a:cubicBezTo>
                      <a:pt x="6397032" y="5838163"/>
                      <a:pt x="6815631" y="5234142"/>
                      <a:pt x="6910755" y="4529946"/>
                    </a:cubicBezTo>
                    <a:cubicBezTo>
                      <a:pt x="6984038" y="3987437"/>
                      <a:pt x="6597270" y="3341339"/>
                      <a:pt x="6106958" y="3097726"/>
                    </a:cubicBezTo>
                    <a:cubicBezTo>
                      <a:pt x="5585545" y="2838662"/>
                      <a:pt x="4983796" y="2662652"/>
                      <a:pt x="3993063" y="3293537"/>
                    </a:cubicBezTo>
                    <a:cubicBezTo>
                      <a:pt x="3939085" y="3202463"/>
                      <a:pt x="3864499" y="3125315"/>
                      <a:pt x="3775295" y="3068289"/>
                    </a:cubicBezTo>
                    <a:cubicBezTo>
                      <a:pt x="4058415" y="2791173"/>
                      <a:pt x="4396754" y="2601125"/>
                      <a:pt x="4723506" y="2390153"/>
                    </a:cubicBezTo>
                    <a:cubicBezTo>
                      <a:pt x="5142696" y="2119497"/>
                      <a:pt x="5424228" y="1760896"/>
                      <a:pt x="5212412" y="1149161"/>
                    </a:cubicBezTo>
                    <a:cubicBezTo>
                      <a:pt x="5100613" y="826280"/>
                      <a:pt x="4855644" y="526842"/>
                      <a:pt x="4556801" y="361117"/>
                    </a:cubicBezTo>
                    <a:cubicBezTo>
                      <a:pt x="3823840" y="-45350"/>
                      <a:pt x="3091372" y="-105806"/>
                      <a:pt x="2433872" y="163922"/>
                    </a:cubicBezTo>
                    <a:cubicBezTo>
                      <a:pt x="1927337" y="371721"/>
                      <a:pt x="1561100" y="1029678"/>
                      <a:pt x="1595252" y="1576046"/>
                    </a:cubicBezTo>
                    <a:cubicBezTo>
                      <a:pt x="1631569" y="2157064"/>
                      <a:pt x="1779988" y="2766115"/>
                      <a:pt x="2821757" y="3308544"/>
                    </a:cubicBezTo>
                    <a:cubicBezTo>
                      <a:pt x="2806665" y="3334951"/>
                      <a:pt x="2793371" y="3362344"/>
                      <a:pt x="2781963" y="3390539"/>
                    </a:cubicBezTo>
                    <a:cubicBezTo>
                      <a:pt x="2754592" y="3460604"/>
                      <a:pt x="2739091" y="3534741"/>
                      <a:pt x="2736097" y="3609902"/>
                    </a:cubicBezTo>
                    <a:cubicBezTo>
                      <a:pt x="2354301" y="3503338"/>
                      <a:pt x="2020381" y="3305297"/>
                      <a:pt x="1674117" y="3127769"/>
                    </a:cubicBezTo>
                    <a:cubicBezTo>
                      <a:pt x="1230094" y="2900120"/>
                      <a:pt x="778723" y="2835638"/>
                      <a:pt x="354777" y="3324918"/>
                    </a:cubicBezTo>
                    <a:cubicBezTo>
                      <a:pt x="131014" y="3583165"/>
                      <a:pt x="-5860" y="3945005"/>
                      <a:pt x="19" y="4286637"/>
                    </a:cubicBezTo>
                    <a:cubicBezTo>
                      <a:pt x="14439" y="5124543"/>
                      <a:pt x="328310" y="5789016"/>
                      <a:pt x="890686" y="6223483"/>
                    </a:cubicBezTo>
                    <a:cubicBezTo>
                      <a:pt x="971920" y="6286241"/>
                      <a:pt x="1064399" y="6336813"/>
                      <a:pt x="1164050" y="6375570"/>
                    </a:cubicBezTo>
                    <a:close/>
                    <a:moveTo>
                      <a:pt x="3221050" y="4122193"/>
                    </a:moveTo>
                    <a:cubicBezTo>
                      <a:pt x="2954218" y="4016876"/>
                      <a:pt x="2823296" y="3715221"/>
                      <a:pt x="2928628" y="3448428"/>
                    </a:cubicBezTo>
                    <a:cubicBezTo>
                      <a:pt x="3033959" y="3181635"/>
                      <a:pt x="3335655" y="3050732"/>
                      <a:pt x="3602486" y="3156046"/>
                    </a:cubicBezTo>
                    <a:cubicBezTo>
                      <a:pt x="3869319" y="3261360"/>
                      <a:pt x="4000244" y="3563014"/>
                      <a:pt x="3894915" y="3829808"/>
                    </a:cubicBezTo>
                    <a:cubicBezTo>
                      <a:pt x="3789586" y="4096603"/>
                      <a:pt x="3487889" y="4227509"/>
                      <a:pt x="3221057" y="4122195"/>
                    </a:cubicBezTo>
                    <a:cubicBezTo>
                      <a:pt x="3221054" y="4122194"/>
                      <a:pt x="3221052" y="4122193"/>
                      <a:pt x="3221050" y="4122192"/>
                    </a:cubicBezTo>
                    <a:close/>
                    <a:moveTo>
                      <a:pt x="3287461" y="3953977"/>
                    </a:moveTo>
                    <a:cubicBezTo>
                      <a:pt x="3461378" y="4022620"/>
                      <a:pt x="3658021" y="3937299"/>
                      <a:pt x="3726674" y="3763407"/>
                    </a:cubicBezTo>
                    <a:cubicBezTo>
                      <a:pt x="3795327" y="3589515"/>
                      <a:pt x="3709994" y="3392900"/>
                      <a:pt x="3536077" y="3324257"/>
                    </a:cubicBezTo>
                    <a:cubicBezTo>
                      <a:pt x="3362160" y="3255616"/>
                      <a:pt x="3165520" y="3340938"/>
                      <a:pt x="3096868" y="3514829"/>
                    </a:cubicBezTo>
                    <a:cubicBezTo>
                      <a:pt x="3028216" y="3688719"/>
                      <a:pt x="3113547" y="3885332"/>
                      <a:pt x="3287461" y="395397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5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defTabSz="914457"/>
                <a:endParaRPr lang="zh-CN" altLang="en-US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336" name="椭圆 335">
                <a:extLst>
                  <a:ext uri="{FF2B5EF4-FFF2-40B4-BE49-F238E27FC236}">
                    <a16:creationId xmlns:a16="http://schemas.microsoft.com/office/drawing/2014/main" id="{1B6646A7-72E9-4FC5-E307-A71635BF63E5}"/>
                  </a:ext>
                </a:extLst>
              </p:cNvPr>
              <p:cNvSpPr/>
              <p:nvPr/>
            </p:nvSpPr>
            <p:spPr>
              <a:xfrm>
                <a:off x="9361412" y="902099"/>
                <a:ext cx="696988" cy="6969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862C714A-73C0-B8CC-210A-56C15FB4BB81}"/>
                </a:ext>
              </a:extLst>
            </p:cNvPr>
            <p:cNvSpPr/>
            <p:nvPr/>
          </p:nvSpPr>
          <p:spPr>
            <a:xfrm rot="5400000" flipH="1">
              <a:off x="8558084" y="1219519"/>
              <a:ext cx="120986" cy="339677"/>
            </a:xfrm>
            <a:custGeom>
              <a:avLst/>
              <a:gdLst>
                <a:gd name="connsiteX0" fmla="*/ 120986 w 120986"/>
                <a:gd name="connsiteY0" fmla="*/ 20165 h 339677"/>
                <a:gd name="connsiteX1" fmla="*/ 120986 w 120986"/>
                <a:gd name="connsiteY1" fmla="*/ 332257 h 339677"/>
                <a:gd name="connsiteX2" fmla="*/ 117913 w 120986"/>
                <a:gd name="connsiteY2" fmla="*/ 339677 h 339677"/>
                <a:gd name="connsiteX3" fmla="*/ 110166 w 120986"/>
                <a:gd name="connsiteY3" fmla="*/ 337272 h 339677"/>
                <a:gd name="connsiteX4" fmla="*/ 44626 w 120986"/>
                <a:gd name="connsiteY4" fmla="*/ 330665 h 339677"/>
                <a:gd name="connsiteX5" fmla="*/ 1156 w 120986"/>
                <a:gd name="connsiteY5" fmla="*/ 335047 h 339677"/>
                <a:gd name="connsiteX6" fmla="*/ 0 w 120986"/>
                <a:gd name="connsiteY6" fmla="*/ 332257 h 339677"/>
                <a:gd name="connsiteX7" fmla="*/ 0 w 120986"/>
                <a:gd name="connsiteY7" fmla="*/ 20165 h 339677"/>
                <a:gd name="connsiteX8" fmla="*/ 20165 w 120986"/>
                <a:gd name="connsiteY8" fmla="*/ 0 h 339677"/>
                <a:gd name="connsiteX9" fmla="*/ 100821 w 120986"/>
                <a:gd name="connsiteY9" fmla="*/ 0 h 339677"/>
                <a:gd name="connsiteX10" fmla="*/ 120986 w 120986"/>
                <a:gd name="connsiteY10" fmla="*/ 20165 h 339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986" h="339677">
                  <a:moveTo>
                    <a:pt x="120986" y="20165"/>
                  </a:moveTo>
                  <a:lnTo>
                    <a:pt x="120986" y="332257"/>
                  </a:lnTo>
                  <a:lnTo>
                    <a:pt x="117913" y="339677"/>
                  </a:lnTo>
                  <a:lnTo>
                    <a:pt x="110166" y="337272"/>
                  </a:lnTo>
                  <a:cubicBezTo>
                    <a:pt x="88996" y="332940"/>
                    <a:pt x="67077" y="330665"/>
                    <a:pt x="44626" y="330665"/>
                  </a:cubicBezTo>
                  <a:lnTo>
                    <a:pt x="1156" y="335047"/>
                  </a:lnTo>
                  <a:lnTo>
                    <a:pt x="0" y="332257"/>
                  </a:lnTo>
                  <a:lnTo>
                    <a:pt x="0" y="20165"/>
                  </a:lnTo>
                  <a:cubicBezTo>
                    <a:pt x="0" y="9028"/>
                    <a:pt x="9028" y="0"/>
                    <a:pt x="20165" y="0"/>
                  </a:cubicBezTo>
                  <a:lnTo>
                    <a:pt x="100821" y="0"/>
                  </a:lnTo>
                  <a:cubicBezTo>
                    <a:pt x="111958" y="0"/>
                    <a:pt x="120986" y="9028"/>
                    <a:pt x="120986" y="20165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57"/>
              <a:endParaRPr lang="zh-CN" altLang="en-US" sz="2857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E1863CF2-6851-8061-113C-E164F38C385A}"/>
                </a:ext>
              </a:extLst>
            </p:cNvPr>
            <p:cNvSpPr/>
            <p:nvPr/>
          </p:nvSpPr>
          <p:spPr>
            <a:xfrm rot="5400000" flipH="1">
              <a:off x="6964002" y="1657669"/>
              <a:ext cx="1179365" cy="521757"/>
            </a:xfrm>
            <a:custGeom>
              <a:avLst/>
              <a:gdLst>
                <a:gd name="connsiteX0" fmla="*/ 1179365 w 1179365"/>
                <a:gd name="connsiteY0" fmla="*/ 3141 h 521757"/>
                <a:gd name="connsiteX1" fmla="*/ 1179365 w 1179365"/>
                <a:gd name="connsiteY1" fmla="*/ 501591 h 521757"/>
                <a:gd name="connsiteX2" fmla="*/ 1159200 w 1179365"/>
                <a:gd name="connsiteY2" fmla="*/ 521757 h 521757"/>
                <a:gd name="connsiteX3" fmla="*/ 1078544 w 1179365"/>
                <a:gd name="connsiteY3" fmla="*/ 521757 h 521757"/>
                <a:gd name="connsiteX4" fmla="*/ 1078542 w 1179365"/>
                <a:gd name="connsiteY4" fmla="*/ 521756 h 521757"/>
                <a:gd name="connsiteX5" fmla="*/ 20165 w 1179365"/>
                <a:gd name="connsiteY5" fmla="*/ 521756 h 521757"/>
                <a:gd name="connsiteX6" fmla="*/ 0 w 1179365"/>
                <a:gd name="connsiteY6" fmla="*/ 501591 h 521757"/>
                <a:gd name="connsiteX7" fmla="*/ 0 w 1179365"/>
                <a:gd name="connsiteY7" fmla="*/ 420935 h 521757"/>
                <a:gd name="connsiteX8" fmla="*/ 20165 w 1179365"/>
                <a:gd name="connsiteY8" fmla="*/ 400770 h 521757"/>
                <a:gd name="connsiteX9" fmla="*/ 1058379 w 1179365"/>
                <a:gd name="connsiteY9" fmla="*/ 400770 h 521757"/>
                <a:gd name="connsiteX10" fmla="*/ 1058379 w 1179365"/>
                <a:gd name="connsiteY10" fmla="*/ 5063 h 521757"/>
                <a:gd name="connsiteX11" fmla="*/ 1103006 w 1179365"/>
                <a:gd name="connsiteY11" fmla="*/ 9562 h 521757"/>
                <a:gd name="connsiteX12" fmla="*/ 1168546 w 1179365"/>
                <a:gd name="connsiteY12" fmla="*/ 2955 h 521757"/>
                <a:gd name="connsiteX13" fmla="*/ 1178064 w 1179365"/>
                <a:gd name="connsiteY13" fmla="*/ 0 h 521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9365" h="521757">
                  <a:moveTo>
                    <a:pt x="1179365" y="3141"/>
                  </a:moveTo>
                  <a:lnTo>
                    <a:pt x="1179365" y="501591"/>
                  </a:lnTo>
                  <a:cubicBezTo>
                    <a:pt x="1179365" y="512729"/>
                    <a:pt x="1170337" y="521757"/>
                    <a:pt x="1159200" y="521757"/>
                  </a:cubicBezTo>
                  <a:lnTo>
                    <a:pt x="1078544" y="521757"/>
                  </a:lnTo>
                  <a:lnTo>
                    <a:pt x="1078542" y="521756"/>
                  </a:lnTo>
                  <a:lnTo>
                    <a:pt x="20165" y="521756"/>
                  </a:lnTo>
                  <a:cubicBezTo>
                    <a:pt x="9028" y="521756"/>
                    <a:pt x="0" y="512728"/>
                    <a:pt x="0" y="501591"/>
                  </a:cubicBezTo>
                  <a:lnTo>
                    <a:pt x="0" y="420935"/>
                  </a:lnTo>
                  <a:cubicBezTo>
                    <a:pt x="0" y="409798"/>
                    <a:pt x="9028" y="400770"/>
                    <a:pt x="20165" y="400770"/>
                  </a:cubicBezTo>
                  <a:lnTo>
                    <a:pt x="1058379" y="400770"/>
                  </a:lnTo>
                  <a:lnTo>
                    <a:pt x="1058379" y="5063"/>
                  </a:lnTo>
                  <a:lnTo>
                    <a:pt x="1103006" y="9562"/>
                  </a:lnTo>
                  <a:cubicBezTo>
                    <a:pt x="1125457" y="9562"/>
                    <a:pt x="1147376" y="7287"/>
                    <a:pt x="1168546" y="2955"/>
                  </a:cubicBezTo>
                  <a:lnTo>
                    <a:pt x="1178064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57"/>
              <a:endParaRPr lang="zh-CN" altLang="en-US" sz="2857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DEF9ECE1-DFA0-E4E0-E2BE-E776E9F61B38}"/>
                </a:ext>
              </a:extLst>
            </p:cNvPr>
            <p:cNvCxnSpPr>
              <a:cxnSpLocks/>
            </p:cNvCxnSpPr>
            <p:nvPr/>
          </p:nvCxnSpPr>
          <p:spPr>
            <a:xfrm>
              <a:off x="9221234" y="1119502"/>
              <a:ext cx="0" cy="550322"/>
            </a:xfrm>
            <a:prstGeom prst="lin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F9C77504-DCEF-7DD2-3808-84075E0DD626}"/>
                </a:ext>
              </a:extLst>
            </p:cNvPr>
            <p:cNvGrpSpPr/>
            <p:nvPr/>
          </p:nvGrpSpPr>
          <p:grpSpPr>
            <a:xfrm flipH="1">
              <a:off x="8936967" y="1218467"/>
              <a:ext cx="183194" cy="338914"/>
              <a:chOff x="8001187" y="719981"/>
              <a:chExt cx="183194" cy="338914"/>
            </a:xfrm>
          </p:grpSpPr>
          <p:sp>
            <p:nvSpPr>
              <p:cNvPr id="330" name="流程图: 或者 329">
                <a:extLst>
                  <a:ext uri="{FF2B5EF4-FFF2-40B4-BE49-F238E27FC236}">
                    <a16:creationId xmlns:a16="http://schemas.microsoft.com/office/drawing/2014/main" id="{61D38C4A-1B19-1C6C-02CD-B5C46BB16DA7}"/>
                  </a:ext>
                </a:extLst>
              </p:cNvPr>
              <p:cNvSpPr/>
              <p:nvPr/>
            </p:nvSpPr>
            <p:spPr>
              <a:xfrm>
                <a:off x="8112373" y="719981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1" name="流程图: 或者 330">
                <a:extLst>
                  <a:ext uri="{FF2B5EF4-FFF2-40B4-BE49-F238E27FC236}">
                    <a16:creationId xmlns:a16="http://schemas.microsoft.com/office/drawing/2014/main" id="{0192418B-91D1-8C0A-9C5C-2EF4845ED39E}"/>
                  </a:ext>
                </a:extLst>
              </p:cNvPr>
              <p:cNvSpPr/>
              <p:nvPr/>
            </p:nvSpPr>
            <p:spPr>
              <a:xfrm>
                <a:off x="8112373" y="853434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流程图: 或者 331">
                <a:extLst>
                  <a:ext uri="{FF2B5EF4-FFF2-40B4-BE49-F238E27FC236}">
                    <a16:creationId xmlns:a16="http://schemas.microsoft.com/office/drawing/2014/main" id="{2D6F5B10-93BC-3615-82C3-85732333A2EC}"/>
                  </a:ext>
                </a:extLst>
              </p:cNvPr>
              <p:cNvSpPr/>
              <p:nvPr/>
            </p:nvSpPr>
            <p:spPr>
              <a:xfrm>
                <a:off x="8112373" y="986887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流程图: 或者 332">
                <a:extLst>
                  <a:ext uri="{FF2B5EF4-FFF2-40B4-BE49-F238E27FC236}">
                    <a16:creationId xmlns:a16="http://schemas.microsoft.com/office/drawing/2014/main" id="{B8056707-0F97-5F48-ECC1-100D5F1151DC}"/>
                  </a:ext>
                </a:extLst>
              </p:cNvPr>
              <p:cNvSpPr/>
              <p:nvPr/>
            </p:nvSpPr>
            <p:spPr>
              <a:xfrm>
                <a:off x="8001187" y="791989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流程图: 或者 333">
                <a:extLst>
                  <a:ext uri="{FF2B5EF4-FFF2-40B4-BE49-F238E27FC236}">
                    <a16:creationId xmlns:a16="http://schemas.microsoft.com/office/drawing/2014/main" id="{4A37DC35-4EC8-E7CA-1637-240E20498EF8}"/>
                  </a:ext>
                </a:extLst>
              </p:cNvPr>
              <p:cNvSpPr/>
              <p:nvPr/>
            </p:nvSpPr>
            <p:spPr>
              <a:xfrm>
                <a:off x="8001187" y="925442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D609B149-CB30-DB76-DA34-54FC6FA3095F}"/>
                </a:ext>
              </a:extLst>
            </p:cNvPr>
            <p:cNvGrpSpPr/>
            <p:nvPr/>
          </p:nvGrpSpPr>
          <p:grpSpPr>
            <a:xfrm>
              <a:off x="9314219" y="1218467"/>
              <a:ext cx="183194" cy="338914"/>
              <a:chOff x="8036984" y="723805"/>
              <a:chExt cx="183194" cy="338914"/>
            </a:xfrm>
          </p:grpSpPr>
          <p:sp>
            <p:nvSpPr>
              <p:cNvPr id="320" name="椭圆 319">
                <a:extLst>
                  <a:ext uri="{FF2B5EF4-FFF2-40B4-BE49-F238E27FC236}">
                    <a16:creationId xmlns:a16="http://schemas.microsoft.com/office/drawing/2014/main" id="{ADEBBF52-1662-ADF4-B4DC-B0A75DCAA71F}"/>
                  </a:ext>
                </a:extLst>
              </p:cNvPr>
              <p:cNvSpPr/>
              <p:nvPr/>
            </p:nvSpPr>
            <p:spPr>
              <a:xfrm>
                <a:off x="8148170" y="723805"/>
                <a:ext cx="72008" cy="7200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1" name="椭圆 320">
                <a:extLst>
                  <a:ext uri="{FF2B5EF4-FFF2-40B4-BE49-F238E27FC236}">
                    <a16:creationId xmlns:a16="http://schemas.microsoft.com/office/drawing/2014/main" id="{E9C7BA65-AC6D-E1BD-8587-B02FCB4DC03D}"/>
                  </a:ext>
                </a:extLst>
              </p:cNvPr>
              <p:cNvSpPr/>
              <p:nvPr/>
            </p:nvSpPr>
            <p:spPr>
              <a:xfrm>
                <a:off x="8148170" y="857258"/>
                <a:ext cx="72008" cy="7200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2" name="椭圆 321">
                <a:extLst>
                  <a:ext uri="{FF2B5EF4-FFF2-40B4-BE49-F238E27FC236}">
                    <a16:creationId xmlns:a16="http://schemas.microsoft.com/office/drawing/2014/main" id="{E2157947-F37E-04C2-EB6B-CCA95408F668}"/>
                  </a:ext>
                </a:extLst>
              </p:cNvPr>
              <p:cNvSpPr/>
              <p:nvPr/>
            </p:nvSpPr>
            <p:spPr>
              <a:xfrm>
                <a:off x="8148170" y="990711"/>
                <a:ext cx="72008" cy="7200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3" name="椭圆 322">
                <a:extLst>
                  <a:ext uri="{FF2B5EF4-FFF2-40B4-BE49-F238E27FC236}">
                    <a16:creationId xmlns:a16="http://schemas.microsoft.com/office/drawing/2014/main" id="{484A8E9B-C368-1DB7-97F3-336554F8AD46}"/>
                  </a:ext>
                </a:extLst>
              </p:cNvPr>
              <p:cNvSpPr/>
              <p:nvPr/>
            </p:nvSpPr>
            <p:spPr>
              <a:xfrm>
                <a:off x="8036984" y="795813"/>
                <a:ext cx="72008" cy="7200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椭圆 323">
                <a:extLst>
                  <a:ext uri="{FF2B5EF4-FFF2-40B4-BE49-F238E27FC236}">
                    <a16:creationId xmlns:a16="http://schemas.microsoft.com/office/drawing/2014/main" id="{50757149-DCC0-A543-951A-0C1E70CC0865}"/>
                  </a:ext>
                </a:extLst>
              </p:cNvPr>
              <p:cNvSpPr/>
              <p:nvPr/>
            </p:nvSpPr>
            <p:spPr>
              <a:xfrm>
                <a:off x="8036984" y="929266"/>
                <a:ext cx="72008" cy="7200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25" name="直接连接符 324">
                <a:extLst>
                  <a:ext uri="{FF2B5EF4-FFF2-40B4-BE49-F238E27FC236}">
                    <a16:creationId xmlns:a16="http://schemas.microsoft.com/office/drawing/2014/main" id="{9292921C-847A-E930-0619-B554A6D63E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7714" y="759809"/>
                <a:ext cx="3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6" name="直接连接符 325">
                <a:extLst>
                  <a:ext uri="{FF2B5EF4-FFF2-40B4-BE49-F238E27FC236}">
                    <a16:creationId xmlns:a16="http://schemas.microsoft.com/office/drawing/2014/main" id="{DB0B91E3-BFFC-18B0-DF64-EA1D00FCF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7714" y="895541"/>
                <a:ext cx="3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2F315250-A2C2-0475-5913-A0CF496F02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7714" y="1028891"/>
                <a:ext cx="3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773B5CC3-94D4-0B65-BA38-F2F760D18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55795" y="831248"/>
                <a:ext cx="3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9" name="直接连接符 328">
                <a:extLst>
                  <a:ext uri="{FF2B5EF4-FFF2-40B4-BE49-F238E27FC236}">
                    <a16:creationId xmlns:a16="http://schemas.microsoft.com/office/drawing/2014/main" id="{67114DC8-C679-8911-6F04-4CA642ABCD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55795" y="964598"/>
                <a:ext cx="3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21" name="组合 220">
              <a:extLst>
                <a:ext uri="{FF2B5EF4-FFF2-40B4-BE49-F238E27FC236}">
                  <a16:creationId xmlns:a16="http://schemas.microsoft.com/office/drawing/2014/main" id="{08A4E41C-862C-208F-3E6B-80A4AF6ED824}"/>
                </a:ext>
              </a:extLst>
            </p:cNvPr>
            <p:cNvGrpSpPr/>
            <p:nvPr/>
          </p:nvGrpSpPr>
          <p:grpSpPr>
            <a:xfrm>
              <a:off x="10045958" y="3413546"/>
              <a:ext cx="1263812" cy="72008"/>
              <a:chOff x="10293608" y="3413546"/>
              <a:chExt cx="1263812" cy="72008"/>
            </a:xfrm>
          </p:grpSpPr>
          <p:grpSp>
            <p:nvGrpSpPr>
              <p:cNvPr id="299" name="组合 298">
                <a:extLst>
                  <a:ext uri="{FF2B5EF4-FFF2-40B4-BE49-F238E27FC236}">
                    <a16:creationId xmlns:a16="http://schemas.microsoft.com/office/drawing/2014/main" id="{F331AE56-F9B3-8B27-F143-39DB1B3544C9}"/>
                  </a:ext>
                </a:extLst>
              </p:cNvPr>
              <p:cNvGrpSpPr/>
              <p:nvPr/>
            </p:nvGrpSpPr>
            <p:grpSpPr>
              <a:xfrm>
                <a:off x="11485412" y="3413546"/>
                <a:ext cx="72008" cy="72008"/>
                <a:chOff x="8651301" y="2362711"/>
                <a:chExt cx="72008" cy="72008"/>
              </a:xfrm>
            </p:grpSpPr>
            <p:sp>
              <p:nvSpPr>
                <p:cNvPr id="318" name="椭圆 317">
                  <a:extLst>
                    <a:ext uri="{FF2B5EF4-FFF2-40B4-BE49-F238E27FC236}">
                      <a16:creationId xmlns:a16="http://schemas.microsoft.com/office/drawing/2014/main" id="{D0FFA589-F32D-9706-9134-7EF7B5F033D6}"/>
                    </a:ext>
                  </a:extLst>
                </p:cNvPr>
                <p:cNvSpPr/>
                <p:nvPr/>
              </p:nvSpPr>
              <p:spPr>
                <a:xfrm>
                  <a:off x="8651301" y="2362711"/>
                  <a:ext cx="72008" cy="7200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2857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19" name="直接连接符 318">
                  <a:extLst>
                    <a:ext uri="{FF2B5EF4-FFF2-40B4-BE49-F238E27FC236}">
                      <a16:creationId xmlns:a16="http://schemas.microsoft.com/office/drawing/2014/main" id="{2A526065-2527-4DD7-AF8D-32631B8621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70845" y="2398715"/>
                  <a:ext cx="36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300" name="组合 299">
                <a:extLst>
                  <a:ext uri="{FF2B5EF4-FFF2-40B4-BE49-F238E27FC236}">
                    <a16:creationId xmlns:a16="http://schemas.microsoft.com/office/drawing/2014/main" id="{0594FEEB-5FF3-4676-9875-8C2D89ECC972}"/>
                  </a:ext>
                </a:extLst>
              </p:cNvPr>
              <p:cNvGrpSpPr/>
              <p:nvPr/>
            </p:nvGrpSpPr>
            <p:grpSpPr>
              <a:xfrm>
                <a:off x="10690876" y="3413546"/>
                <a:ext cx="72008" cy="72008"/>
                <a:chOff x="8651301" y="2496164"/>
                <a:chExt cx="72008" cy="72008"/>
              </a:xfrm>
            </p:grpSpPr>
            <p:sp>
              <p:nvSpPr>
                <p:cNvPr id="316" name="椭圆 315">
                  <a:extLst>
                    <a:ext uri="{FF2B5EF4-FFF2-40B4-BE49-F238E27FC236}">
                      <a16:creationId xmlns:a16="http://schemas.microsoft.com/office/drawing/2014/main" id="{2A311E3A-6D61-1FD8-9585-9F342D250C52}"/>
                    </a:ext>
                  </a:extLst>
                </p:cNvPr>
                <p:cNvSpPr/>
                <p:nvPr/>
              </p:nvSpPr>
              <p:spPr>
                <a:xfrm>
                  <a:off x="8651301" y="2496164"/>
                  <a:ext cx="72008" cy="7200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2857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17" name="直接连接符 316">
                  <a:extLst>
                    <a:ext uri="{FF2B5EF4-FFF2-40B4-BE49-F238E27FC236}">
                      <a16:creationId xmlns:a16="http://schemas.microsoft.com/office/drawing/2014/main" id="{81F9A56B-967F-A4F9-A9CC-C54786340B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70845" y="2534447"/>
                  <a:ext cx="36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301" name="组合 300">
                <a:extLst>
                  <a:ext uri="{FF2B5EF4-FFF2-40B4-BE49-F238E27FC236}">
                    <a16:creationId xmlns:a16="http://schemas.microsoft.com/office/drawing/2014/main" id="{F1AB0AD3-1AE8-0F46-139B-5453FE64D27F}"/>
                  </a:ext>
                </a:extLst>
              </p:cNvPr>
              <p:cNvGrpSpPr/>
              <p:nvPr/>
            </p:nvGrpSpPr>
            <p:grpSpPr>
              <a:xfrm>
                <a:off x="10293608" y="3413546"/>
                <a:ext cx="72008" cy="72008"/>
                <a:chOff x="8651301" y="2629617"/>
                <a:chExt cx="72008" cy="72008"/>
              </a:xfrm>
            </p:grpSpPr>
            <p:sp>
              <p:nvSpPr>
                <p:cNvPr id="314" name="椭圆 313">
                  <a:extLst>
                    <a:ext uri="{FF2B5EF4-FFF2-40B4-BE49-F238E27FC236}">
                      <a16:creationId xmlns:a16="http://schemas.microsoft.com/office/drawing/2014/main" id="{49F274F2-2DB4-231E-F7AC-F3722B135413}"/>
                    </a:ext>
                  </a:extLst>
                </p:cNvPr>
                <p:cNvSpPr/>
                <p:nvPr/>
              </p:nvSpPr>
              <p:spPr>
                <a:xfrm>
                  <a:off x="8651301" y="2629617"/>
                  <a:ext cx="72008" cy="7200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2857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15" name="直接连接符 314">
                  <a:extLst>
                    <a:ext uri="{FF2B5EF4-FFF2-40B4-BE49-F238E27FC236}">
                      <a16:creationId xmlns:a16="http://schemas.microsoft.com/office/drawing/2014/main" id="{6D37E47E-05DC-60C2-6EA7-22DFC617B0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70845" y="2667797"/>
                  <a:ext cx="36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302" name="组合 301">
                <a:extLst>
                  <a:ext uri="{FF2B5EF4-FFF2-40B4-BE49-F238E27FC236}">
                    <a16:creationId xmlns:a16="http://schemas.microsoft.com/office/drawing/2014/main" id="{C726C1ED-FCFD-C614-9CAA-333D7FE91C78}"/>
                  </a:ext>
                </a:extLst>
              </p:cNvPr>
              <p:cNvGrpSpPr/>
              <p:nvPr/>
            </p:nvGrpSpPr>
            <p:grpSpPr>
              <a:xfrm>
                <a:off x="10492242" y="3413546"/>
                <a:ext cx="72008" cy="72008"/>
                <a:chOff x="8540115" y="2434719"/>
                <a:chExt cx="72008" cy="72008"/>
              </a:xfrm>
            </p:grpSpPr>
            <p:sp>
              <p:nvSpPr>
                <p:cNvPr id="312" name="椭圆 311">
                  <a:extLst>
                    <a:ext uri="{FF2B5EF4-FFF2-40B4-BE49-F238E27FC236}">
                      <a16:creationId xmlns:a16="http://schemas.microsoft.com/office/drawing/2014/main" id="{BB1F29A2-D43F-68E2-4A78-82355DDE801C}"/>
                    </a:ext>
                  </a:extLst>
                </p:cNvPr>
                <p:cNvSpPr/>
                <p:nvPr/>
              </p:nvSpPr>
              <p:spPr>
                <a:xfrm>
                  <a:off x="8540115" y="2434719"/>
                  <a:ext cx="72008" cy="7200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2857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13" name="直接连接符 312">
                  <a:extLst>
                    <a:ext uri="{FF2B5EF4-FFF2-40B4-BE49-F238E27FC236}">
                      <a16:creationId xmlns:a16="http://schemas.microsoft.com/office/drawing/2014/main" id="{20EF10E0-08BC-B77E-2972-0C00F16698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8926" y="2470154"/>
                  <a:ext cx="36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303" name="组合 302">
                <a:extLst>
                  <a:ext uri="{FF2B5EF4-FFF2-40B4-BE49-F238E27FC236}">
                    <a16:creationId xmlns:a16="http://schemas.microsoft.com/office/drawing/2014/main" id="{F152EBDA-E9A7-415E-ABE5-424D1FF10EE9}"/>
                  </a:ext>
                </a:extLst>
              </p:cNvPr>
              <p:cNvGrpSpPr/>
              <p:nvPr/>
            </p:nvGrpSpPr>
            <p:grpSpPr>
              <a:xfrm>
                <a:off x="11088144" y="3413546"/>
                <a:ext cx="72008" cy="72008"/>
                <a:chOff x="8540115" y="2568172"/>
                <a:chExt cx="72008" cy="72008"/>
              </a:xfrm>
            </p:grpSpPr>
            <p:sp>
              <p:nvSpPr>
                <p:cNvPr id="310" name="椭圆 309">
                  <a:extLst>
                    <a:ext uri="{FF2B5EF4-FFF2-40B4-BE49-F238E27FC236}">
                      <a16:creationId xmlns:a16="http://schemas.microsoft.com/office/drawing/2014/main" id="{02544B5D-5A5B-E708-A051-E6ECECA099FA}"/>
                    </a:ext>
                  </a:extLst>
                </p:cNvPr>
                <p:cNvSpPr/>
                <p:nvPr/>
              </p:nvSpPr>
              <p:spPr>
                <a:xfrm>
                  <a:off x="8540115" y="2568172"/>
                  <a:ext cx="72008" cy="7200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2857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11" name="直接连接符 310">
                  <a:extLst>
                    <a:ext uri="{FF2B5EF4-FFF2-40B4-BE49-F238E27FC236}">
                      <a16:creationId xmlns:a16="http://schemas.microsoft.com/office/drawing/2014/main" id="{2F0FD6B0-4728-DD72-E2B0-F7B83711CD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8926" y="2603504"/>
                  <a:ext cx="36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304" name="组合 303">
                <a:extLst>
                  <a:ext uri="{FF2B5EF4-FFF2-40B4-BE49-F238E27FC236}">
                    <a16:creationId xmlns:a16="http://schemas.microsoft.com/office/drawing/2014/main" id="{49C2C343-C4F3-6F0D-AE08-B88574AD21D7}"/>
                  </a:ext>
                </a:extLst>
              </p:cNvPr>
              <p:cNvGrpSpPr/>
              <p:nvPr/>
            </p:nvGrpSpPr>
            <p:grpSpPr>
              <a:xfrm>
                <a:off x="10889510" y="3413546"/>
                <a:ext cx="72008" cy="72008"/>
                <a:chOff x="8540115" y="2434719"/>
                <a:chExt cx="72008" cy="72008"/>
              </a:xfrm>
            </p:grpSpPr>
            <p:sp>
              <p:nvSpPr>
                <p:cNvPr id="308" name="椭圆 307">
                  <a:extLst>
                    <a:ext uri="{FF2B5EF4-FFF2-40B4-BE49-F238E27FC236}">
                      <a16:creationId xmlns:a16="http://schemas.microsoft.com/office/drawing/2014/main" id="{0C5DC3C1-A49F-20EA-8D58-60B4F1544D49}"/>
                    </a:ext>
                  </a:extLst>
                </p:cNvPr>
                <p:cNvSpPr/>
                <p:nvPr/>
              </p:nvSpPr>
              <p:spPr>
                <a:xfrm>
                  <a:off x="8540115" y="2434719"/>
                  <a:ext cx="72008" cy="7200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2857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09" name="直接连接符 308">
                  <a:extLst>
                    <a:ext uri="{FF2B5EF4-FFF2-40B4-BE49-F238E27FC236}">
                      <a16:creationId xmlns:a16="http://schemas.microsoft.com/office/drawing/2014/main" id="{FF1F2A58-70B3-0AD3-8EBC-A727ADF9E1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8926" y="2470154"/>
                  <a:ext cx="36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8970D869-462E-5653-A8B9-EFB3CEACE967}"/>
                  </a:ext>
                </a:extLst>
              </p:cNvPr>
              <p:cNvGrpSpPr/>
              <p:nvPr/>
            </p:nvGrpSpPr>
            <p:grpSpPr>
              <a:xfrm>
                <a:off x="11286778" y="3413546"/>
                <a:ext cx="72008" cy="72008"/>
                <a:chOff x="8540115" y="2434719"/>
                <a:chExt cx="72008" cy="72008"/>
              </a:xfrm>
            </p:grpSpPr>
            <p:sp>
              <p:nvSpPr>
                <p:cNvPr id="306" name="椭圆 305">
                  <a:extLst>
                    <a:ext uri="{FF2B5EF4-FFF2-40B4-BE49-F238E27FC236}">
                      <a16:creationId xmlns:a16="http://schemas.microsoft.com/office/drawing/2014/main" id="{EA7147A6-4E91-7A27-C883-82A3898B737F}"/>
                    </a:ext>
                  </a:extLst>
                </p:cNvPr>
                <p:cNvSpPr/>
                <p:nvPr/>
              </p:nvSpPr>
              <p:spPr>
                <a:xfrm>
                  <a:off x="8540115" y="2434719"/>
                  <a:ext cx="72008" cy="7200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2857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307" name="直接连接符 306">
                  <a:extLst>
                    <a:ext uri="{FF2B5EF4-FFF2-40B4-BE49-F238E27FC236}">
                      <a16:creationId xmlns:a16="http://schemas.microsoft.com/office/drawing/2014/main" id="{E7554099-C409-15A1-FCF3-1FF77DDC8F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8926" y="2470154"/>
                  <a:ext cx="36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C367D954-AEF3-2F7D-A414-7E6826621A1D}"/>
                </a:ext>
              </a:extLst>
            </p:cNvPr>
            <p:cNvGrpSpPr/>
            <p:nvPr/>
          </p:nvGrpSpPr>
          <p:grpSpPr>
            <a:xfrm>
              <a:off x="7212017" y="3402966"/>
              <a:ext cx="1187139" cy="72008"/>
              <a:chOff x="6838637" y="3402966"/>
              <a:chExt cx="1187139" cy="72008"/>
            </a:xfrm>
          </p:grpSpPr>
          <p:sp>
            <p:nvSpPr>
              <p:cNvPr id="292" name="流程图: 或者 291">
                <a:extLst>
                  <a:ext uri="{FF2B5EF4-FFF2-40B4-BE49-F238E27FC236}">
                    <a16:creationId xmlns:a16="http://schemas.microsoft.com/office/drawing/2014/main" id="{CBA7AF55-C4DC-3577-ACAD-88E451302C0E}"/>
                  </a:ext>
                </a:extLst>
              </p:cNvPr>
              <p:cNvSpPr/>
              <p:nvPr/>
            </p:nvSpPr>
            <p:spPr>
              <a:xfrm flipH="1">
                <a:off x="7767912" y="3402966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3" name="流程图: 或者 292">
                <a:extLst>
                  <a:ext uri="{FF2B5EF4-FFF2-40B4-BE49-F238E27FC236}">
                    <a16:creationId xmlns:a16="http://schemas.microsoft.com/office/drawing/2014/main" id="{04C6AA00-17E9-AD44-7C0E-C46E5C3D2618}"/>
                  </a:ext>
                </a:extLst>
              </p:cNvPr>
              <p:cNvSpPr/>
              <p:nvPr/>
            </p:nvSpPr>
            <p:spPr>
              <a:xfrm flipH="1">
                <a:off x="6838637" y="3402966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4" name="流程图: 或者 293">
                <a:extLst>
                  <a:ext uri="{FF2B5EF4-FFF2-40B4-BE49-F238E27FC236}">
                    <a16:creationId xmlns:a16="http://schemas.microsoft.com/office/drawing/2014/main" id="{50D7AA57-BCCF-4D08-3162-3D90F4D2D4EB}"/>
                  </a:ext>
                </a:extLst>
              </p:cNvPr>
              <p:cNvSpPr/>
              <p:nvPr/>
            </p:nvSpPr>
            <p:spPr>
              <a:xfrm flipH="1">
                <a:off x="7210347" y="3402966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5" name="流程图: 或者 294">
                <a:extLst>
                  <a:ext uri="{FF2B5EF4-FFF2-40B4-BE49-F238E27FC236}">
                    <a16:creationId xmlns:a16="http://schemas.microsoft.com/office/drawing/2014/main" id="{B49E0C1A-0270-4041-49EF-C5D9E0F2D069}"/>
                  </a:ext>
                </a:extLst>
              </p:cNvPr>
              <p:cNvSpPr/>
              <p:nvPr/>
            </p:nvSpPr>
            <p:spPr>
              <a:xfrm flipH="1">
                <a:off x="7953768" y="3402966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流程图: 或者 295">
                <a:extLst>
                  <a:ext uri="{FF2B5EF4-FFF2-40B4-BE49-F238E27FC236}">
                    <a16:creationId xmlns:a16="http://schemas.microsoft.com/office/drawing/2014/main" id="{3E1A8DB0-8A24-B272-601C-25B17545C608}"/>
                  </a:ext>
                </a:extLst>
              </p:cNvPr>
              <p:cNvSpPr/>
              <p:nvPr/>
            </p:nvSpPr>
            <p:spPr>
              <a:xfrm flipH="1">
                <a:off x="7582057" y="3402966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流程图: 或者 296">
                <a:extLst>
                  <a:ext uri="{FF2B5EF4-FFF2-40B4-BE49-F238E27FC236}">
                    <a16:creationId xmlns:a16="http://schemas.microsoft.com/office/drawing/2014/main" id="{690B1302-58DC-9953-49DC-C46BA710F030}"/>
                  </a:ext>
                </a:extLst>
              </p:cNvPr>
              <p:cNvSpPr/>
              <p:nvPr/>
            </p:nvSpPr>
            <p:spPr>
              <a:xfrm flipH="1">
                <a:off x="7024492" y="3402966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8" name="流程图: 或者 297">
                <a:extLst>
                  <a:ext uri="{FF2B5EF4-FFF2-40B4-BE49-F238E27FC236}">
                    <a16:creationId xmlns:a16="http://schemas.microsoft.com/office/drawing/2014/main" id="{BFD6B796-713C-D049-40E3-EE9C864C9891}"/>
                  </a:ext>
                </a:extLst>
              </p:cNvPr>
              <p:cNvSpPr/>
              <p:nvPr/>
            </p:nvSpPr>
            <p:spPr>
              <a:xfrm flipH="1">
                <a:off x="7396202" y="3402966"/>
                <a:ext cx="72008" cy="72008"/>
              </a:xfrm>
              <a:prstGeom prst="flowChar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组合 222">
              <a:extLst>
                <a:ext uri="{FF2B5EF4-FFF2-40B4-BE49-F238E27FC236}">
                  <a16:creationId xmlns:a16="http://schemas.microsoft.com/office/drawing/2014/main" id="{55F620EE-0076-A37B-A667-E7C4DF52F052}"/>
                </a:ext>
              </a:extLst>
            </p:cNvPr>
            <p:cNvGrpSpPr/>
            <p:nvPr/>
          </p:nvGrpSpPr>
          <p:grpSpPr>
            <a:xfrm>
              <a:off x="12232974" y="2874863"/>
              <a:ext cx="650406" cy="650406"/>
              <a:chOff x="9361412" y="902099"/>
              <a:chExt cx="696988" cy="696988"/>
            </a:xfrm>
          </p:grpSpPr>
          <p:sp>
            <p:nvSpPr>
              <p:cNvPr id="290" name="图形 106">
                <a:extLst>
                  <a:ext uri="{FF2B5EF4-FFF2-40B4-BE49-F238E27FC236}">
                    <a16:creationId xmlns:a16="http://schemas.microsoft.com/office/drawing/2014/main" id="{9F71C162-B118-89C2-00DC-6416B924F662}"/>
                  </a:ext>
                </a:extLst>
              </p:cNvPr>
              <p:cNvSpPr/>
              <p:nvPr/>
            </p:nvSpPr>
            <p:spPr>
              <a:xfrm>
                <a:off x="9428953" y="950300"/>
                <a:ext cx="580959" cy="543431"/>
              </a:xfrm>
              <a:custGeom>
                <a:avLst/>
                <a:gdLst>
                  <a:gd name="connsiteX0" fmla="*/ 1164050 w 6919862"/>
                  <a:gd name="connsiteY0" fmla="*/ 6375570 h 6472862"/>
                  <a:gd name="connsiteX1" fmla="*/ 2533100 w 6919862"/>
                  <a:gd name="connsiteY1" fmla="*/ 6243583 h 6472862"/>
                  <a:gd name="connsiteX2" fmla="*/ 3420465 w 6919862"/>
                  <a:gd name="connsiteY2" fmla="*/ 4315573 h 6472862"/>
                  <a:gd name="connsiteX3" fmla="*/ 3724396 w 6919862"/>
                  <a:gd name="connsiteY3" fmla="*/ 4239167 h 6472862"/>
                  <a:gd name="connsiteX4" fmla="*/ 3837694 w 6919862"/>
                  <a:gd name="connsiteY4" fmla="*/ 5399432 h 6472862"/>
                  <a:gd name="connsiteX5" fmla="*/ 4668122 w 6919862"/>
                  <a:gd name="connsiteY5" fmla="*/ 6443277 h 6472862"/>
                  <a:gd name="connsiteX6" fmla="*/ 5678490 w 6919862"/>
                  <a:gd name="connsiteY6" fmla="*/ 6269602 h 6472862"/>
                  <a:gd name="connsiteX7" fmla="*/ 6910755 w 6919862"/>
                  <a:gd name="connsiteY7" fmla="*/ 4529946 h 6472862"/>
                  <a:gd name="connsiteX8" fmla="*/ 6106958 w 6919862"/>
                  <a:gd name="connsiteY8" fmla="*/ 3097726 h 6472862"/>
                  <a:gd name="connsiteX9" fmla="*/ 3993063 w 6919862"/>
                  <a:gd name="connsiteY9" fmla="*/ 3293537 h 6472862"/>
                  <a:gd name="connsiteX10" fmla="*/ 3775295 w 6919862"/>
                  <a:gd name="connsiteY10" fmla="*/ 3068289 h 6472862"/>
                  <a:gd name="connsiteX11" fmla="*/ 4723506 w 6919862"/>
                  <a:gd name="connsiteY11" fmla="*/ 2390153 h 6472862"/>
                  <a:gd name="connsiteX12" fmla="*/ 5212412 w 6919862"/>
                  <a:gd name="connsiteY12" fmla="*/ 1149161 h 6472862"/>
                  <a:gd name="connsiteX13" fmla="*/ 4556801 w 6919862"/>
                  <a:gd name="connsiteY13" fmla="*/ 361117 h 6472862"/>
                  <a:gd name="connsiteX14" fmla="*/ 2433872 w 6919862"/>
                  <a:gd name="connsiteY14" fmla="*/ 163922 h 6472862"/>
                  <a:gd name="connsiteX15" fmla="*/ 1595252 w 6919862"/>
                  <a:gd name="connsiteY15" fmla="*/ 1576046 h 6472862"/>
                  <a:gd name="connsiteX16" fmla="*/ 2821757 w 6919862"/>
                  <a:gd name="connsiteY16" fmla="*/ 3308544 h 6472862"/>
                  <a:gd name="connsiteX17" fmla="*/ 2781963 w 6919862"/>
                  <a:gd name="connsiteY17" fmla="*/ 3390539 h 6472862"/>
                  <a:gd name="connsiteX18" fmla="*/ 2736097 w 6919862"/>
                  <a:gd name="connsiteY18" fmla="*/ 3609902 h 6472862"/>
                  <a:gd name="connsiteX19" fmla="*/ 1674117 w 6919862"/>
                  <a:gd name="connsiteY19" fmla="*/ 3127769 h 6472862"/>
                  <a:gd name="connsiteX20" fmla="*/ 354777 w 6919862"/>
                  <a:gd name="connsiteY20" fmla="*/ 3324918 h 6472862"/>
                  <a:gd name="connsiteX21" fmla="*/ 19 w 6919862"/>
                  <a:gd name="connsiteY21" fmla="*/ 4286637 h 6472862"/>
                  <a:gd name="connsiteX22" fmla="*/ 890686 w 6919862"/>
                  <a:gd name="connsiteY22" fmla="*/ 6223483 h 6472862"/>
                  <a:gd name="connsiteX23" fmla="*/ 1164050 w 6919862"/>
                  <a:gd name="connsiteY23" fmla="*/ 6375570 h 6472862"/>
                  <a:gd name="connsiteX24" fmla="*/ 3221050 w 6919862"/>
                  <a:gd name="connsiteY24" fmla="*/ 4122193 h 6472862"/>
                  <a:gd name="connsiteX25" fmla="*/ 2928628 w 6919862"/>
                  <a:gd name="connsiteY25" fmla="*/ 3448428 h 6472862"/>
                  <a:gd name="connsiteX26" fmla="*/ 3602486 w 6919862"/>
                  <a:gd name="connsiteY26" fmla="*/ 3156046 h 6472862"/>
                  <a:gd name="connsiteX27" fmla="*/ 3894915 w 6919862"/>
                  <a:gd name="connsiteY27" fmla="*/ 3829808 h 6472862"/>
                  <a:gd name="connsiteX28" fmla="*/ 3221057 w 6919862"/>
                  <a:gd name="connsiteY28" fmla="*/ 4122195 h 6472862"/>
                  <a:gd name="connsiteX29" fmla="*/ 3221050 w 6919862"/>
                  <a:gd name="connsiteY29" fmla="*/ 4122192 h 6472862"/>
                  <a:gd name="connsiteX30" fmla="*/ 3287461 w 6919862"/>
                  <a:gd name="connsiteY30" fmla="*/ 3953977 h 6472862"/>
                  <a:gd name="connsiteX31" fmla="*/ 3726674 w 6919862"/>
                  <a:gd name="connsiteY31" fmla="*/ 3763407 h 6472862"/>
                  <a:gd name="connsiteX32" fmla="*/ 3536077 w 6919862"/>
                  <a:gd name="connsiteY32" fmla="*/ 3324257 h 6472862"/>
                  <a:gd name="connsiteX33" fmla="*/ 3096868 w 6919862"/>
                  <a:gd name="connsiteY33" fmla="*/ 3514829 h 6472862"/>
                  <a:gd name="connsiteX34" fmla="*/ 3287461 w 6919862"/>
                  <a:gd name="connsiteY34" fmla="*/ 3953977 h 6472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919862" h="6472862">
                    <a:moveTo>
                      <a:pt x="1164050" y="6375570"/>
                    </a:moveTo>
                    <a:cubicBezTo>
                      <a:pt x="1595879" y="6543519"/>
                      <a:pt x="2162471" y="6489573"/>
                      <a:pt x="2533100" y="6243583"/>
                    </a:cubicBezTo>
                    <a:cubicBezTo>
                      <a:pt x="3018151" y="5921653"/>
                      <a:pt x="3471444" y="5488652"/>
                      <a:pt x="3420465" y="4315573"/>
                    </a:cubicBezTo>
                    <a:cubicBezTo>
                      <a:pt x="3526358" y="4314219"/>
                      <a:pt x="3630456" y="4288050"/>
                      <a:pt x="3724396" y="4239167"/>
                    </a:cubicBezTo>
                    <a:cubicBezTo>
                      <a:pt x="3822897" y="4622926"/>
                      <a:pt x="3818334" y="5010961"/>
                      <a:pt x="3837694" y="5399432"/>
                    </a:cubicBezTo>
                    <a:cubicBezTo>
                      <a:pt x="3862528" y="5897737"/>
                      <a:pt x="4032361" y="6320822"/>
                      <a:pt x="4668122" y="6443277"/>
                    </a:cubicBezTo>
                    <a:cubicBezTo>
                      <a:pt x="5003683" y="6507911"/>
                      <a:pt x="5385527" y="6445509"/>
                      <a:pt x="5678490" y="6269602"/>
                    </a:cubicBezTo>
                    <a:cubicBezTo>
                      <a:pt x="6397032" y="5838163"/>
                      <a:pt x="6815631" y="5234142"/>
                      <a:pt x="6910755" y="4529946"/>
                    </a:cubicBezTo>
                    <a:cubicBezTo>
                      <a:pt x="6984038" y="3987437"/>
                      <a:pt x="6597270" y="3341339"/>
                      <a:pt x="6106958" y="3097726"/>
                    </a:cubicBezTo>
                    <a:cubicBezTo>
                      <a:pt x="5585545" y="2838662"/>
                      <a:pt x="4983796" y="2662652"/>
                      <a:pt x="3993063" y="3293537"/>
                    </a:cubicBezTo>
                    <a:cubicBezTo>
                      <a:pt x="3939085" y="3202463"/>
                      <a:pt x="3864499" y="3125315"/>
                      <a:pt x="3775295" y="3068289"/>
                    </a:cubicBezTo>
                    <a:cubicBezTo>
                      <a:pt x="4058415" y="2791173"/>
                      <a:pt x="4396754" y="2601125"/>
                      <a:pt x="4723506" y="2390153"/>
                    </a:cubicBezTo>
                    <a:cubicBezTo>
                      <a:pt x="5142696" y="2119497"/>
                      <a:pt x="5424228" y="1760896"/>
                      <a:pt x="5212412" y="1149161"/>
                    </a:cubicBezTo>
                    <a:cubicBezTo>
                      <a:pt x="5100613" y="826280"/>
                      <a:pt x="4855644" y="526842"/>
                      <a:pt x="4556801" y="361117"/>
                    </a:cubicBezTo>
                    <a:cubicBezTo>
                      <a:pt x="3823840" y="-45350"/>
                      <a:pt x="3091372" y="-105806"/>
                      <a:pt x="2433872" y="163922"/>
                    </a:cubicBezTo>
                    <a:cubicBezTo>
                      <a:pt x="1927337" y="371721"/>
                      <a:pt x="1561100" y="1029678"/>
                      <a:pt x="1595252" y="1576046"/>
                    </a:cubicBezTo>
                    <a:cubicBezTo>
                      <a:pt x="1631569" y="2157064"/>
                      <a:pt x="1779988" y="2766115"/>
                      <a:pt x="2821757" y="3308544"/>
                    </a:cubicBezTo>
                    <a:cubicBezTo>
                      <a:pt x="2806665" y="3334951"/>
                      <a:pt x="2793371" y="3362344"/>
                      <a:pt x="2781963" y="3390539"/>
                    </a:cubicBezTo>
                    <a:cubicBezTo>
                      <a:pt x="2754592" y="3460604"/>
                      <a:pt x="2739091" y="3534741"/>
                      <a:pt x="2736097" y="3609902"/>
                    </a:cubicBezTo>
                    <a:cubicBezTo>
                      <a:pt x="2354301" y="3503338"/>
                      <a:pt x="2020381" y="3305297"/>
                      <a:pt x="1674117" y="3127769"/>
                    </a:cubicBezTo>
                    <a:cubicBezTo>
                      <a:pt x="1230094" y="2900120"/>
                      <a:pt x="778723" y="2835638"/>
                      <a:pt x="354777" y="3324918"/>
                    </a:cubicBezTo>
                    <a:cubicBezTo>
                      <a:pt x="131014" y="3583165"/>
                      <a:pt x="-5860" y="3945005"/>
                      <a:pt x="19" y="4286637"/>
                    </a:cubicBezTo>
                    <a:cubicBezTo>
                      <a:pt x="14439" y="5124543"/>
                      <a:pt x="328310" y="5789016"/>
                      <a:pt x="890686" y="6223483"/>
                    </a:cubicBezTo>
                    <a:cubicBezTo>
                      <a:pt x="971920" y="6286241"/>
                      <a:pt x="1064399" y="6336813"/>
                      <a:pt x="1164050" y="6375570"/>
                    </a:cubicBezTo>
                    <a:close/>
                    <a:moveTo>
                      <a:pt x="3221050" y="4122193"/>
                    </a:moveTo>
                    <a:cubicBezTo>
                      <a:pt x="2954218" y="4016876"/>
                      <a:pt x="2823296" y="3715221"/>
                      <a:pt x="2928628" y="3448428"/>
                    </a:cubicBezTo>
                    <a:cubicBezTo>
                      <a:pt x="3033959" y="3181635"/>
                      <a:pt x="3335655" y="3050732"/>
                      <a:pt x="3602486" y="3156046"/>
                    </a:cubicBezTo>
                    <a:cubicBezTo>
                      <a:pt x="3869319" y="3261360"/>
                      <a:pt x="4000244" y="3563014"/>
                      <a:pt x="3894915" y="3829808"/>
                    </a:cubicBezTo>
                    <a:cubicBezTo>
                      <a:pt x="3789586" y="4096603"/>
                      <a:pt x="3487889" y="4227509"/>
                      <a:pt x="3221057" y="4122195"/>
                    </a:cubicBezTo>
                    <a:cubicBezTo>
                      <a:pt x="3221054" y="4122194"/>
                      <a:pt x="3221052" y="4122193"/>
                      <a:pt x="3221050" y="4122192"/>
                    </a:cubicBezTo>
                    <a:close/>
                    <a:moveTo>
                      <a:pt x="3287461" y="3953977"/>
                    </a:moveTo>
                    <a:cubicBezTo>
                      <a:pt x="3461378" y="4022620"/>
                      <a:pt x="3658021" y="3937299"/>
                      <a:pt x="3726674" y="3763407"/>
                    </a:cubicBezTo>
                    <a:cubicBezTo>
                      <a:pt x="3795327" y="3589515"/>
                      <a:pt x="3709994" y="3392900"/>
                      <a:pt x="3536077" y="3324257"/>
                    </a:cubicBezTo>
                    <a:cubicBezTo>
                      <a:pt x="3362160" y="3255616"/>
                      <a:pt x="3165520" y="3340938"/>
                      <a:pt x="3096868" y="3514829"/>
                    </a:cubicBezTo>
                    <a:cubicBezTo>
                      <a:pt x="3028216" y="3688719"/>
                      <a:pt x="3113547" y="3885332"/>
                      <a:pt x="3287461" y="395397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153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defTabSz="914457"/>
                <a:endParaRPr lang="zh-CN" altLang="en-US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91" name="椭圆 290">
                <a:extLst>
                  <a:ext uri="{FF2B5EF4-FFF2-40B4-BE49-F238E27FC236}">
                    <a16:creationId xmlns:a16="http://schemas.microsoft.com/office/drawing/2014/main" id="{1B0B3E97-5E58-5D0C-3EF8-7CE3E838CA33}"/>
                  </a:ext>
                </a:extLst>
              </p:cNvPr>
              <p:cNvSpPr/>
              <p:nvPr/>
            </p:nvSpPr>
            <p:spPr>
              <a:xfrm>
                <a:off x="9361412" y="902099"/>
                <a:ext cx="696988" cy="6969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8F7FDA4E-D50E-F383-E277-03AA1B84471A}"/>
                </a:ext>
              </a:extLst>
            </p:cNvPr>
            <p:cNvGrpSpPr/>
            <p:nvPr/>
          </p:nvGrpSpPr>
          <p:grpSpPr>
            <a:xfrm>
              <a:off x="5595143" y="2872395"/>
              <a:ext cx="1021848" cy="650406"/>
              <a:chOff x="3675154" y="2872395"/>
              <a:chExt cx="1021848" cy="650406"/>
            </a:xfrm>
          </p:grpSpPr>
          <p:grpSp>
            <p:nvGrpSpPr>
              <p:cNvPr id="281" name="组合 280">
                <a:extLst>
                  <a:ext uri="{FF2B5EF4-FFF2-40B4-BE49-F238E27FC236}">
                    <a16:creationId xmlns:a16="http://schemas.microsoft.com/office/drawing/2014/main" id="{4769F754-4A90-5326-F84B-8F4A16DCEA83}"/>
                  </a:ext>
                </a:extLst>
              </p:cNvPr>
              <p:cNvGrpSpPr/>
              <p:nvPr/>
            </p:nvGrpSpPr>
            <p:grpSpPr>
              <a:xfrm>
                <a:off x="3675154" y="2872395"/>
                <a:ext cx="650406" cy="650406"/>
                <a:chOff x="9361412" y="902099"/>
                <a:chExt cx="696988" cy="696988"/>
              </a:xfrm>
            </p:grpSpPr>
            <p:sp>
              <p:nvSpPr>
                <p:cNvPr id="288" name="图形 106">
                  <a:extLst>
                    <a:ext uri="{FF2B5EF4-FFF2-40B4-BE49-F238E27FC236}">
                      <a16:creationId xmlns:a16="http://schemas.microsoft.com/office/drawing/2014/main" id="{9F1B2AA0-84A8-82BE-6B81-3135EB643453}"/>
                    </a:ext>
                  </a:extLst>
                </p:cNvPr>
                <p:cNvSpPr/>
                <p:nvPr/>
              </p:nvSpPr>
              <p:spPr>
                <a:xfrm>
                  <a:off x="9428953" y="950300"/>
                  <a:ext cx="580959" cy="543431"/>
                </a:xfrm>
                <a:custGeom>
                  <a:avLst/>
                  <a:gdLst>
                    <a:gd name="connsiteX0" fmla="*/ 1164050 w 6919862"/>
                    <a:gd name="connsiteY0" fmla="*/ 6375570 h 6472862"/>
                    <a:gd name="connsiteX1" fmla="*/ 2533100 w 6919862"/>
                    <a:gd name="connsiteY1" fmla="*/ 6243583 h 6472862"/>
                    <a:gd name="connsiteX2" fmla="*/ 3420465 w 6919862"/>
                    <a:gd name="connsiteY2" fmla="*/ 4315573 h 6472862"/>
                    <a:gd name="connsiteX3" fmla="*/ 3724396 w 6919862"/>
                    <a:gd name="connsiteY3" fmla="*/ 4239167 h 6472862"/>
                    <a:gd name="connsiteX4" fmla="*/ 3837694 w 6919862"/>
                    <a:gd name="connsiteY4" fmla="*/ 5399432 h 6472862"/>
                    <a:gd name="connsiteX5" fmla="*/ 4668122 w 6919862"/>
                    <a:gd name="connsiteY5" fmla="*/ 6443277 h 6472862"/>
                    <a:gd name="connsiteX6" fmla="*/ 5678490 w 6919862"/>
                    <a:gd name="connsiteY6" fmla="*/ 6269602 h 6472862"/>
                    <a:gd name="connsiteX7" fmla="*/ 6910755 w 6919862"/>
                    <a:gd name="connsiteY7" fmla="*/ 4529946 h 6472862"/>
                    <a:gd name="connsiteX8" fmla="*/ 6106958 w 6919862"/>
                    <a:gd name="connsiteY8" fmla="*/ 3097726 h 6472862"/>
                    <a:gd name="connsiteX9" fmla="*/ 3993063 w 6919862"/>
                    <a:gd name="connsiteY9" fmla="*/ 3293537 h 6472862"/>
                    <a:gd name="connsiteX10" fmla="*/ 3775295 w 6919862"/>
                    <a:gd name="connsiteY10" fmla="*/ 3068289 h 6472862"/>
                    <a:gd name="connsiteX11" fmla="*/ 4723506 w 6919862"/>
                    <a:gd name="connsiteY11" fmla="*/ 2390153 h 6472862"/>
                    <a:gd name="connsiteX12" fmla="*/ 5212412 w 6919862"/>
                    <a:gd name="connsiteY12" fmla="*/ 1149161 h 6472862"/>
                    <a:gd name="connsiteX13" fmla="*/ 4556801 w 6919862"/>
                    <a:gd name="connsiteY13" fmla="*/ 361117 h 6472862"/>
                    <a:gd name="connsiteX14" fmla="*/ 2433872 w 6919862"/>
                    <a:gd name="connsiteY14" fmla="*/ 163922 h 6472862"/>
                    <a:gd name="connsiteX15" fmla="*/ 1595252 w 6919862"/>
                    <a:gd name="connsiteY15" fmla="*/ 1576046 h 6472862"/>
                    <a:gd name="connsiteX16" fmla="*/ 2821757 w 6919862"/>
                    <a:gd name="connsiteY16" fmla="*/ 3308544 h 6472862"/>
                    <a:gd name="connsiteX17" fmla="*/ 2781963 w 6919862"/>
                    <a:gd name="connsiteY17" fmla="*/ 3390539 h 6472862"/>
                    <a:gd name="connsiteX18" fmla="*/ 2736097 w 6919862"/>
                    <a:gd name="connsiteY18" fmla="*/ 3609902 h 6472862"/>
                    <a:gd name="connsiteX19" fmla="*/ 1674117 w 6919862"/>
                    <a:gd name="connsiteY19" fmla="*/ 3127769 h 6472862"/>
                    <a:gd name="connsiteX20" fmla="*/ 354777 w 6919862"/>
                    <a:gd name="connsiteY20" fmla="*/ 3324918 h 6472862"/>
                    <a:gd name="connsiteX21" fmla="*/ 19 w 6919862"/>
                    <a:gd name="connsiteY21" fmla="*/ 4286637 h 6472862"/>
                    <a:gd name="connsiteX22" fmla="*/ 890686 w 6919862"/>
                    <a:gd name="connsiteY22" fmla="*/ 6223483 h 6472862"/>
                    <a:gd name="connsiteX23" fmla="*/ 1164050 w 6919862"/>
                    <a:gd name="connsiteY23" fmla="*/ 6375570 h 6472862"/>
                    <a:gd name="connsiteX24" fmla="*/ 3221050 w 6919862"/>
                    <a:gd name="connsiteY24" fmla="*/ 4122193 h 6472862"/>
                    <a:gd name="connsiteX25" fmla="*/ 2928628 w 6919862"/>
                    <a:gd name="connsiteY25" fmla="*/ 3448428 h 6472862"/>
                    <a:gd name="connsiteX26" fmla="*/ 3602486 w 6919862"/>
                    <a:gd name="connsiteY26" fmla="*/ 3156046 h 6472862"/>
                    <a:gd name="connsiteX27" fmla="*/ 3894915 w 6919862"/>
                    <a:gd name="connsiteY27" fmla="*/ 3829808 h 6472862"/>
                    <a:gd name="connsiteX28" fmla="*/ 3221057 w 6919862"/>
                    <a:gd name="connsiteY28" fmla="*/ 4122195 h 6472862"/>
                    <a:gd name="connsiteX29" fmla="*/ 3221050 w 6919862"/>
                    <a:gd name="connsiteY29" fmla="*/ 4122192 h 6472862"/>
                    <a:gd name="connsiteX30" fmla="*/ 3287461 w 6919862"/>
                    <a:gd name="connsiteY30" fmla="*/ 3953977 h 6472862"/>
                    <a:gd name="connsiteX31" fmla="*/ 3726674 w 6919862"/>
                    <a:gd name="connsiteY31" fmla="*/ 3763407 h 6472862"/>
                    <a:gd name="connsiteX32" fmla="*/ 3536077 w 6919862"/>
                    <a:gd name="connsiteY32" fmla="*/ 3324257 h 6472862"/>
                    <a:gd name="connsiteX33" fmla="*/ 3096868 w 6919862"/>
                    <a:gd name="connsiteY33" fmla="*/ 3514829 h 6472862"/>
                    <a:gd name="connsiteX34" fmla="*/ 3287461 w 6919862"/>
                    <a:gd name="connsiteY34" fmla="*/ 3953977 h 6472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6919862" h="6472862">
                      <a:moveTo>
                        <a:pt x="1164050" y="6375570"/>
                      </a:moveTo>
                      <a:cubicBezTo>
                        <a:pt x="1595879" y="6543519"/>
                        <a:pt x="2162471" y="6489573"/>
                        <a:pt x="2533100" y="6243583"/>
                      </a:cubicBezTo>
                      <a:cubicBezTo>
                        <a:pt x="3018151" y="5921653"/>
                        <a:pt x="3471444" y="5488652"/>
                        <a:pt x="3420465" y="4315573"/>
                      </a:cubicBezTo>
                      <a:cubicBezTo>
                        <a:pt x="3526358" y="4314219"/>
                        <a:pt x="3630456" y="4288050"/>
                        <a:pt x="3724396" y="4239167"/>
                      </a:cubicBezTo>
                      <a:cubicBezTo>
                        <a:pt x="3822897" y="4622926"/>
                        <a:pt x="3818334" y="5010961"/>
                        <a:pt x="3837694" y="5399432"/>
                      </a:cubicBezTo>
                      <a:cubicBezTo>
                        <a:pt x="3862528" y="5897737"/>
                        <a:pt x="4032361" y="6320822"/>
                        <a:pt x="4668122" y="6443277"/>
                      </a:cubicBezTo>
                      <a:cubicBezTo>
                        <a:pt x="5003683" y="6507911"/>
                        <a:pt x="5385527" y="6445509"/>
                        <a:pt x="5678490" y="6269602"/>
                      </a:cubicBezTo>
                      <a:cubicBezTo>
                        <a:pt x="6397032" y="5838163"/>
                        <a:pt x="6815631" y="5234142"/>
                        <a:pt x="6910755" y="4529946"/>
                      </a:cubicBezTo>
                      <a:cubicBezTo>
                        <a:pt x="6984038" y="3987437"/>
                        <a:pt x="6597270" y="3341339"/>
                        <a:pt x="6106958" y="3097726"/>
                      </a:cubicBezTo>
                      <a:cubicBezTo>
                        <a:pt x="5585545" y="2838662"/>
                        <a:pt x="4983796" y="2662652"/>
                        <a:pt x="3993063" y="3293537"/>
                      </a:cubicBezTo>
                      <a:cubicBezTo>
                        <a:pt x="3939085" y="3202463"/>
                        <a:pt x="3864499" y="3125315"/>
                        <a:pt x="3775295" y="3068289"/>
                      </a:cubicBezTo>
                      <a:cubicBezTo>
                        <a:pt x="4058415" y="2791173"/>
                        <a:pt x="4396754" y="2601125"/>
                        <a:pt x="4723506" y="2390153"/>
                      </a:cubicBezTo>
                      <a:cubicBezTo>
                        <a:pt x="5142696" y="2119497"/>
                        <a:pt x="5424228" y="1760896"/>
                        <a:pt x="5212412" y="1149161"/>
                      </a:cubicBezTo>
                      <a:cubicBezTo>
                        <a:pt x="5100613" y="826280"/>
                        <a:pt x="4855644" y="526842"/>
                        <a:pt x="4556801" y="361117"/>
                      </a:cubicBezTo>
                      <a:cubicBezTo>
                        <a:pt x="3823840" y="-45350"/>
                        <a:pt x="3091372" y="-105806"/>
                        <a:pt x="2433872" y="163922"/>
                      </a:cubicBezTo>
                      <a:cubicBezTo>
                        <a:pt x="1927337" y="371721"/>
                        <a:pt x="1561100" y="1029678"/>
                        <a:pt x="1595252" y="1576046"/>
                      </a:cubicBezTo>
                      <a:cubicBezTo>
                        <a:pt x="1631569" y="2157064"/>
                        <a:pt x="1779988" y="2766115"/>
                        <a:pt x="2821757" y="3308544"/>
                      </a:cubicBezTo>
                      <a:cubicBezTo>
                        <a:pt x="2806665" y="3334951"/>
                        <a:pt x="2793371" y="3362344"/>
                        <a:pt x="2781963" y="3390539"/>
                      </a:cubicBezTo>
                      <a:cubicBezTo>
                        <a:pt x="2754592" y="3460604"/>
                        <a:pt x="2739091" y="3534741"/>
                        <a:pt x="2736097" y="3609902"/>
                      </a:cubicBezTo>
                      <a:cubicBezTo>
                        <a:pt x="2354301" y="3503338"/>
                        <a:pt x="2020381" y="3305297"/>
                        <a:pt x="1674117" y="3127769"/>
                      </a:cubicBezTo>
                      <a:cubicBezTo>
                        <a:pt x="1230094" y="2900120"/>
                        <a:pt x="778723" y="2835638"/>
                        <a:pt x="354777" y="3324918"/>
                      </a:cubicBezTo>
                      <a:cubicBezTo>
                        <a:pt x="131014" y="3583165"/>
                        <a:pt x="-5860" y="3945005"/>
                        <a:pt x="19" y="4286637"/>
                      </a:cubicBezTo>
                      <a:cubicBezTo>
                        <a:pt x="14439" y="5124543"/>
                        <a:pt x="328310" y="5789016"/>
                        <a:pt x="890686" y="6223483"/>
                      </a:cubicBezTo>
                      <a:cubicBezTo>
                        <a:pt x="971920" y="6286241"/>
                        <a:pt x="1064399" y="6336813"/>
                        <a:pt x="1164050" y="6375570"/>
                      </a:cubicBezTo>
                      <a:close/>
                      <a:moveTo>
                        <a:pt x="3221050" y="4122193"/>
                      </a:moveTo>
                      <a:cubicBezTo>
                        <a:pt x="2954218" y="4016876"/>
                        <a:pt x="2823296" y="3715221"/>
                        <a:pt x="2928628" y="3448428"/>
                      </a:cubicBezTo>
                      <a:cubicBezTo>
                        <a:pt x="3033959" y="3181635"/>
                        <a:pt x="3335655" y="3050732"/>
                        <a:pt x="3602486" y="3156046"/>
                      </a:cubicBezTo>
                      <a:cubicBezTo>
                        <a:pt x="3869319" y="3261360"/>
                        <a:pt x="4000244" y="3563014"/>
                        <a:pt x="3894915" y="3829808"/>
                      </a:cubicBezTo>
                      <a:cubicBezTo>
                        <a:pt x="3789586" y="4096603"/>
                        <a:pt x="3487889" y="4227509"/>
                        <a:pt x="3221057" y="4122195"/>
                      </a:cubicBezTo>
                      <a:cubicBezTo>
                        <a:pt x="3221054" y="4122194"/>
                        <a:pt x="3221052" y="4122193"/>
                        <a:pt x="3221050" y="4122192"/>
                      </a:cubicBezTo>
                      <a:close/>
                      <a:moveTo>
                        <a:pt x="3287461" y="3953977"/>
                      </a:moveTo>
                      <a:cubicBezTo>
                        <a:pt x="3461378" y="4022620"/>
                        <a:pt x="3658021" y="3937299"/>
                        <a:pt x="3726674" y="3763407"/>
                      </a:cubicBezTo>
                      <a:cubicBezTo>
                        <a:pt x="3795327" y="3589515"/>
                        <a:pt x="3709994" y="3392900"/>
                        <a:pt x="3536077" y="3324257"/>
                      </a:cubicBezTo>
                      <a:cubicBezTo>
                        <a:pt x="3362160" y="3255616"/>
                        <a:pt x="3165520" y="3340938"/>
                        <a:pt x="3096868" y="3514829"/>
                      </a:cubicBezTo>
                      <a:cubicBezTo>
                        <a:pt x="3028216" y="3688719"/>
                        <a:pt x="3113547" y="3885332"/>
                        <a:pt x="3287461" y="395397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0153" cap="rnd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pPr defTabSz="914457"/>
                  <a:endParaRPr lang="zh-CN" altLang="en-US" sz="1826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9" name="椭圆 288">
                  <a:extLst>
                    <a:ext uri="{FF2B5EF4-FFF2-40B4-BE49-F238E27FC236}">
                      <a16:creationId xmlns:a16="http://schemas.microsoft.com/office/drawing/2014/main" id="{C71CF9A7-9007-115D-69C0-EC273BE66ED8}"/>
                    </a:ext>
                  </a:extLst>
                </p:cNvPr>
                <p:cNvSpPr/>
                <p:nvPr/>
              </p:nvSpPr>
              <p:spPr>
                <a:xfrm>
                  <a:off x="9361412" y="902099"/>
                  <a:ext cx="696988" cy="69698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57"/>
                  <a:endParaRPr lang="zh-CN" altLang="en-US" sz="2857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2" name="组合 281">
                <a:extLst>
                  <a:ext uri="{FF2B5EF4-FFF2-40B4-BE49-F238E27FC236}">
                    <a16:creationId xmlns:a16="http://schemas.microsoft.com/office/drawing/2014/main" id="{C6B9173F-E349-7C5D-57A5-26523ED1F32D}"/>
                  </a:ext>
                </a:extLst>
              </p:cNvPr>
              <p:cNvGrpSpPr/>
              <p:nvPr/>
            </p:nvGrpSpPr>
            <p:grpSpPr>
              <a:xfrm>
                <a:off x="4344577" y="2988812"/>
                <a:ext cx="352425" cy="404812"/>
                <a:chOff x="2783781" y="2494150"/>
                <a:chExt cx="352425" cy="404812"/>
              </a:xfrm>
            </p:grpSpPr>
            <p:cxnSp>
              <p:nvCxnSpPr>
                <p:cNvPr id="283" name="直接箭头连接符 282">
                  <a:extLst>
                    <a:ext uri="{FF2B5EF4-FFF2-40B4-BE49-F238E27FC236}">
                      <a16:creationId xmlns:a16="http://schemas.microsoft.com/office/drawing/2014/main" id="{E9649B6E-F118-FFF0-9C7B-9624D74C3D28}"/>
                    </a:ext>
                  </a:extLst>
                </p:cNvPr>
                <p:cNvCxnSpPr/>
                <p:nvPr/>
              </p:nvCxnSpPr>
              <p:spPr>
                <a:xfrm>
                  <a:off x="2783781" y="2494150"/>
                  <a:ext cx="35242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sm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直接箭头连接符 283">
                  <a:extLst>
                    <a:ext uri="{FF2B5EF4-FFF2-40B4-BE49-F238E27FC236}">
                      <a16:creationId xmlns:a16="http://schemas.microsoft.com/office/drawing/2014/main" id="{8C6D8321-7250-6EBA-365C-A6E26A4E95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8925" y="2595353"/>
                  <a:ext cx="307281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sm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直接箭头连接符 284">
                  <a:extLst>
                    <a:ext uri="{FF2B5EF4-FFF2-40B4-BE49-F238E27FC236}">
                      <a16:creationId xmlns:a16="http://schemas.microsoft.com/office/drawing/2014/main" id="{3D59895A-46E4-D6ED-6E47-D061F19920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47975" y="2696556"/>
                  <a:ext cx="288231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sm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直接箭头连接符 285">
                  <a:extLst>
                    <a:ext uri="{FF2B5EF4-FFF2-40B4-BE49-F238E27FC236}">
                      <a16:creationId xmlns:a16="http://schemas.microsoft.com/office/drawing/2014/main" id="{13D1C332-D8C5-40CA-C852-63BD4689B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8925" y="2797759"/>
                  <a:ext cx="307281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sm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直接箭头连接符 286">
                  <a:extLst>
                    <a:ext uri="{FF2B5EF4-FFF2-40B4-BE49-F238E27FC236}">
                      <a16:creationId xmlns:a16="http://schemas.microsoft.com/office/drawing/2014/main" id="{D2500C25-3164-C499-8A65-4D199DDF069B}"/>
                    </a:ext>
                  </a:extLst>
                </p:cNvPr>
                <p:cNvCxnSpPr/>
                <p:nvPr/>
              </p:nvCxnSpPr>
              <p:spPr>
                <a:xfrm>
                  <a:off x="2783781" y="2898962"/>
                  <a:ext cx="35242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sm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5" name="组合 224">
              <a:extLst>
                <a:ext uri="{FF2B5EF4-FFF2-40B4-BE49-F238E27FC236}">
                  <a16:creationId xmlns:a16="http://schemas.microsoft.com/office/drawing/2014/main" id="{A3AE3133-1D02-C0B0-1542-B253BF63F8C5}"/>
                </a:ext>
              </a:extLst>
            </p:cNvPr>
            <p:cNvGrpSpPr/>
            <p:nvPr/>
          </p:nvGrpSpPr>
          <p:grpSpPr>
            <a:xfrm flipH="1">
              <a:off x="11853853" y="2988812"/>
              <a:ext cx="352425" cy="404812"/>
              <a:chOff x="2783781" y="2494150"/>
              <a:chExt cx="352425" cy="404812"/>
            </a:xfrm>
          </p:grpSpPr>
          <p:cxnSp>
            <p:nvCxnSpPr>
              <p:cNvPr id="276" name="直接箭头连接符 275">
                <a:extLst>
                  <a:ext uri="{FF2B5EF4-FFF2-40B4-BE49-F238E27FC236}">
                    <a16:creationId xmlns:a16="http://schemas.microsoft.com/office/drawing/2014/main" id="{4EF71369-F8C5-9065-7656-B0E382FBA5EB}"/>
                  </a:ext>
                </a:extLst>
              </p:cNvPr>
              <p:cNvCxnSpPr/>
              <p:nvPr/>
            </p:nvCxnSpPr>
            <p:spPr>
              <a:xfrm>
                <a:off x="2783781" y="2494150"/>
                <a:ext cx="352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箭头连接符 276">
                <a:extLst>
                  <a:ext uri="{FF2B5EF4-FFF2-40B4-BE49-F238E27FC236}">
                    <a16:creationId xmlns:a16="http://schemas.microsoft.com/office/drawing/2014/main" id="{8B83FE47-D1EE-F76C-B689-6DA390F4DC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8925" y="2595353"/>
                <a:ext cx="30728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箭头连接符 277">
                <a:extLst>
                  <a:ext uri="{FF2B5EF4-FFF2-40B4-BE49-F238E27FC236}">
                    <a16:creationId xmlns:a16="http://schemas.microsoft.com/office/drawing/2014/main" id="{B47F7714-CADB-A671-5C68-146636BEFD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7975" y="2696556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箭头连接符 278">
                <a:extLst>
                  <a:ext uri="{FF2B5EF4-FFF2-40B4-BE49-F238E27FC236}">
                    <a16:creationId xmlns:a16="http://schemas.microsoft.com/office/drawing/2014/main" id="{15EBCE6C-0F0B-1C50-7F38-4D9B4E62B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8925" y="2797759"/>
                <a:ext cx="30728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箭头连接符 279">
                <a:extLst>
                  <a:ext uri="{FF2B5EF4-FFF2-40B4-BE49-F238E27FC236}">
                    <a16:creationId xmlns:a16="http://schemas.microsoft.com/office/drawing/2014/main" id="{AE939FCA-1D3A-0E91-B89B-BEDAD29A2263}"/>
                  </a:ext>
                </a:extLst>
              </p:cNvPr>
              <p:cNvCxnSpPr/>
              <p:nvPr/>
            </p:nvCxnSpPr>
            <p:spPr>
              <a:xfrm>
                <a:off x="2783781" y="2898962"/>
                <a:ext cx="35242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6" name="组合 225">
              <a:extLst>
                <a:ext uri="{FF2B5EF4-FFF2-40B4-BE49-F238E27FC236}">
                  <a16:creationId xmlns:a16="http://schemas.microsoft.com/office/drawing/2014/main" id="{030AD7F1-BC53-77D9-5140-F3F018E7CD5A}"/>
                </a:ext>
              </a:extLst>
            </p:cNvPr>
            <p:cNvGrpSpPr/>
            <p:nvPr/>
          </p:nvGrpSpPr>
          <p:grpSpPr>
            <a:xfrm>
              <a:off x="9930861" y="2503485"/>
              <a:ext cx="1458711" cy="565450"/>
              <a:chOff x="9808941" y="2511105"/>
              <a:chExt cx="1458711" cy="565450"/>
            </a:xfrm>
          </p:grpSpPr>
          <p:sp>
            <p:nvSpPr>
              <p:cNvPr id="263" name="矩形: 圆角 262">
                <a:extLst>
                  <a:ext uri="{FF2B5EF4-FFF2-40B4-BE49-F238E27FC236}">
                    <a16:creationId xmlns:a16="http://schemas.microsoft.com/office/drawing/2014/main" id="{5F2BC40A-B9BF-726B-0765-6D1409DE73E1}"/>
                  </a:ext>
                </a:extLst>
              </p:cNvPr>
              <p:cNvSpPr/>
              <p:nvPr/>
            </p:nvSpPr>
            <p:spPr>
              <a:xfrm>
                <a:off x="9808941" y="2511105"/>
                <a:ext cx="1458711" cy="190200"/>
              </a:xfrm>
              <a:prstGeom prst="roundRect">
                <a:avLst/>
              </a:prstGeom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椭圆 263">
                <a:extLst>
                  <a:ext uri="{FF2B5EF4-FFF2-40B4-BE49-F238E27FC236}">
                    <a16:creationId xmlns:a16="http://schemas.microsoft.com/office/drawing/2014/main" id="{7E62BEED-30D7-575F-CB5A-16F3D7E5AD5C}"/>
                  </a:ext>
                </a:extLst>
              </p:cNvPr>
              <p:cNvSpPr/>
              <p:nvPr/>
            </p:nvSpPr>
            <p:spPr>
              <a:xfrm>
                <a:off x="9898959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椭圆 264">
                <a:extLst>
                  <a:ext uri="{FF2B5EF4-FFF2-40B4-BE49-F238E27FC236}">
                    <a16:creationId xmlns:a16="http://schemas.microsoft.com/office/drawing/2014/main" id="{5AB45110-3E2F-0988-628C-4D5AF6ACD6CA}"/>
                  </a:ext>
                </a:extLst>
              </p:cNvPr>
              <p:cNvSpPr/>
              <p:nvPr/>
            </p:nvSpPr>
            <p:spPr>
              <a:xfrm>
                <a:off x="10139738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椭圆 265">
                <a:extLst>
                  <a:ext uri="{FF2B5EF4-FFF2-40B4-BE49-F238E27FC236}">
                    <a16:creationId xmlns:a16="http://schemas.microsoft.com/office/drawing/2014/main" id="{AE0DCBC2-EF6F-4EDE-7CCC-D64AE5AD7064}"/>
                  </a:ext>
                </a:extLst>
              </p:cNvPr>
              <p:cNvSpPr/>
              <p:nvPr/>
            </p:nvSpPr>
            <p:spPr>
              <a:xfrm>
                <a:off x="10380517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椭圆 266">
                <a:extLst>
                  <a:ext uri="{FF2B5EF4-FFF2-40B4-BE49-F238E27FC236}">
                    <a16:creationId xmlns:a16="http://schemas.microsoft.com/office/drawing/2014/main" id="{E454603A-EE82-76A1-A630-359E2DDD782D}"/>
                  </a:ext>
                </a:extLst>
              </p:cNvPr>
              <p:cNvSpPr/>
              <p:nvPr/>
            </p:nvSpPr>
            <p:spPr>
              <a:xfrm>
                <a:off x="10621296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椭圆 267">
                <a:extLst>
                  <a:ext uri="{FF2B5EF4-FFF2-40B4-BE49-F238E27FC236}">
                    <a16:creationId xmlns:a16="http://schemas.microsoft.com/office/drawing/2014/main" id="{2319FDDD-0A6E-CF33-3E59-FC87EA83F5B7}"/>
                  </a:ext>
                </a:extLst>
              </p:cNvPr>
              <p:cNvSpPr/>
              <p:nvPr/>
            </p:nvSpPr>
            <p:spPr>
              <a:xfrm>
                <a:off x="10864084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椭圆 268">
                <a:extLst>
                  <a:ext uri="{FF2B5EF4-FFF2-40B4-BE49-F238E27FC236}">
                    <a16:creationId xmlns:a16="http://schemas.microsoft.com/office/drawing/2014/main" id="{657D0E08-EEBC-C48F-C4D3-06A581C8F760}"/>
                  </a:ext>
                </a:extLst>
              </p:cNvPr>
              <p:cNvSpPr/>
              <p:nvPr/>
            </p:nvSpPr>
            <p:spPr>
              <a:xfrm>
                <a:off x="11105411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70" name="直接箭头连接符 269">
                <a:extLst>
                  <a:ext uri="{FF2B5EF4-FFF2-40B4-BE49-F238E27FC236}">
                    <a16:creationId xmlns:a16="http://schemas.microsoft.com/office/drawing/2014/main" id="{53A07ECB-3817-3E2B-786A-45E77CDF33E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9797114" y="2932438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箭头连接符 270">
                <a:extLst>
                  <a:ext uri="{FF2B5EF4-FFF2-40B4-BE49-F238E27FC236}">
                    <a16:creationId xmlns:a16="http://schemas.microsoft.com/office/drawing/2014/main" id="{2B6841D7-EBEE-5BDF-1309-B634F07ABE9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0038992" y="2932439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箭头连接符 271">
                <a:extLst>
                  <a:ext uri="{FF2B5EF4-FFF2-40B4-BE49-F238E27FC236}">
                    <a16:creationId xmlns:a16="http://schemas.microsoft.com/office/drawing/2014/main" id="{DBECBDA9-8D46-23FC-73AE-39021F08582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0280870" y="2932439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箭头连接符 272">
                <a:extLst>
                  <a:ext uri="{FF2B5EF4-FFF2-40B4-BE49-F238E27FC236}">
                    <a16:creationId xmlns:a16="http://schemas.microsoft.com/office/drawing/2014/main" id="{6933A81B-403E-FD48-00C7-0BD088F4AFA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0522748" y="2932440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接箭头连接符 273">
                <a:extLst>
                  <a:ext uri="{FF2B5EF4-FFF2-40B4-BE49-F238E27FC236}">
                    <a16:creationId xmlns:a16="http://schemas.microsoft.com/office/drawing/2014/main" id="{E7BFC926-9133-DBE3-0EE9-5470228FA0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0764626" y="2932439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接箭头连接符 274">
                <a:extLst>
                  <a:ext uri="{FF2B5EF4-FFF2-40B4-BE49-F238E27FC236}">
                    <a16:creationId xmlns:a16="http://schemas.microsoft.com/office/drawing/2014/main" id="{9B027B1C-0482-E176-E55F-C3A0A3AB1EE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1006504" y="2932440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85EEFF42-2959-7EBF-51A5-94A8B7A90FCA}"/>
                </a:ext>
              </a:extLst>
            </p:cNvPr>
            <p:cNvGrpSpPr/>
            <p:nvPr/>
          </p:nvGrpSpPr>
          <p:grpSpPr>
            <a:xfrm>
              <a:off x="7060386" y="2503485"/>
              <a:ext cx="1458711" cy="565452"/>
              <a:chOff x="7327086" y="2511105"/>
              <a:chExt cx="1458711" cy="565452"/>
            </a:xfrm>
          </p:grpSpPr>
          <p:sp>
            <p:nvSpPr>
              <p:cNvPr id="250" name="矩形: 圆角 249">
                <a:extLst>
                  <a:ext uri="{FF2B5EF4-FFF2-40B4-BE49-F238E27FC236}">
                    <a16:creationId xmlns:a16="http://schemas.microsoft.com/office/drawing/2014/main" id="{930E7886-9FC8-7640-6EC1-9A13E442D28D}"/>
                  </a:ext>
                </a:extLst>
              </p:cNvPr>
              <p:cNvSpPr/>
              <p:nvPr/>
            </p:nvSpPr>
            <p:spPr>
              <a:xfrm>
                <a:off x="7327086" y="2511105"/>
                <a:ext cx="1458711" cy="190200"/>
              </a:xfrm>
              <a:prstGeom prst="roundRect">
                <a:avLst/>
              </a:prstGeom>
              <a:pattFill prst="wdUpDiag">
                <a:fgClr>
                  <a:schemeClr val="tx1"/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椭圆 250">
                <a:extLst>
                  <a:ext uri="{FF2B5EF4-FFF2-40B4-BE49-F238E27FC236}">
                    <a16:creationId xmlns:a16="http://schemas.microsoft.com/office/drawing/2014/main" id="{955749DB-8618-FFD8-ADD4-0F6159018055}"/>
                  </a:ext>
                </a:extLst>
              </p:cNvPr>
              <p:cNvSpPr/>
              <p:nvPr/>
            </p:nvSpPr>
            <p:spPr>
              <a:xfrm>
                <a:off x="7399962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椭圆 251">
                <a:extLst>
                  <a:ext uri="{FF2B5EF4-FFF2-40B4-BE49-F238E27FC236}">
                    <a16:creationId xmlns:a16="http://schemas.microsoft.com/office/drawing/2014/main" id="{58FF4E80-BEB7-6BEE-643A-F0F77A818A49}"/>
                  </a:ext>
                </a:extLst>
              </p:cNvPr>
              <p:cNvSpPr/>
              <p:nvPr/>
            </p:nvSpPr>
            <p:spPr>
              <a:xfrm>
                <a:off x="7640741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椭圆 252">
                <a:extLst>
                  <a:ext uri="{FF2B5EF4-FFF2-40B4-BE49-F238E27FC236}">
                    <a16:creationId xmlns:a16="http://schemas.microsoft.com/office/drawing/2014/main" id="{D3B3741B-D561-A8B1-5FD6-E8AE92611FA3}"/>
                  </a:ext>
                </a:extLst>
              </p:cNvPr>
              <p:cNvSpPr/>
              <p:nvPr/>
            </p:nvSpPr>
            <p:spPr>
              <a:xfrm>
                <a:off x="7881520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椭圆 253">
                <a:extLst>
                  <a:ext uri="{FF2B5EF4-FFF2-40B4-BE49-F238E27FC236}">
                    <a16:creationId xmlns:a16="http://schemas.microsoft.com/office/drawing/2014/main" id="{1136CA2A-52CD-FBF5-0B38-AC484817F20D}"/>
                  </a:ext>
                </a:extLst>
              </p:cNvPr>
              <p:cNvSpPr/>
              <p:nvPr/>
            </p:nvSpPr>
            <p:spPr>
              <a:xfrm>
                <a:off x="8124308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椭圆 254">
                <a:extLst>
                  <a:ext uri="{FF2B5EF4-FFF2-40B4-BE49-F238E27FC236}">
                    <a16:creationId xmlns:a16="http://schemas.microsoft.com/office/drawing/2014/main" id="{E351301C-9837-C12D-AFE2-F1E7E1143AFA}"/>
                  </a:ext>
                </a:extLst>
              </p:cNvPr>
              <p:cNvSpPr/>
              <p:nvPr/>
            </p:nvSpPr>
            <p:spPr>
              <a:xfrm>
                <a:off x="8367096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椭圆 255">
                <a:extLst>
                  <a:ext uri="{FF2B5EF4-FFF2-40B4-BE49-F238E27FC236}">
                    <a16:creationId xmlns:a16="http://schemas.microsoft.com/office/drawing/2014/main" id="{8066A785-6798-180D-E98C-7A28E7F63960}"/>
                  </a:ext>
                </a:extLst>
              </p:cNvPr>
              <p:cNvSpPr/>
              <p:nvPr/>
            </p:nvSpPr>
            <p:spPr>
              <a:xfrm>
                <a:off x="8609884" y="2561755"/>
                <a:ext cx="88900" cy="889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57"/>
                <a:endParaRPr lang="zh-CN" altLang="en-US" sz="2857" b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57" name="直接箭头连接符 256">
                <a:extLst>
                  <a:ext uri="{FF2B5EF4-FFF2-40B4-BE49-F238E27FC236}">
                    <a16:creationId xmlns:a16="http://schemas.microsoft.com/office/drawing/2014/main" id="{EF6D90F9-C1A7-A2B6-92C5-78CAF85433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00832" y="2932440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箭头连接符 257">
                <a:extLst>
                  <a:ext uri="{FF2B5EF4-FFF2-40B4-BE49-F238E27FC236}">
                    <a16:creationId xmlns:a16="http://schemas.microsoft.com/office/drawing/2014/main" id="{A4307CE7-69F7-6399-8353-B964987D263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542710" y="2932441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箭头连接符 258">
                <a:extLst>
                  <a:ext uri="{FF2B5EF4-FFF2-40B4-BE49-F238E27FC236}">
                    <a16:creationId xmlns:a16="http://schemas.microsoft.com/office/drawing/2014/main" id="{F6AF6072-F7AD-B296-C908-9FBE1D036E6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784588" y="2932440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箭头连接符 259">
                <a:extLst>
                  <a:ext uri="{FF2B5EF4-FFF2-40B4-BE49-F238E27FC236}">
                    <a16:creationId xmlns:a16="http://schemas.microsoft.com/office/drawing/2014/main" id="{F50258AB-0903-3EC2-D8ED-626E6F3688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26466" y="2932441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箭头连接符 260">
                <a:extLst>
                  <a:ext uri="{FF2B5EF4-FFF2-40B4-BE49-F238E27FC236}">
                    <a16:creationId xmlns:a16="http://schemas.microsoft.com/office/drawing/2014/main" id="{DBC40FF0-7386-EBE9-BCD1-7DB20C77B5B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268344" y="2932441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箭头连接符 261">
                <a:extLst>
                  <a:ext uri="{FF2B5EF4-FFF2-40B4-BE49-F238E27FC236}">
                    <a16:creationId xmlns:a16="http://schemas.microsoft.com/office/drawing/2014/main" id="{B222A96C-6EC0-A35E-BEBE-069087742B3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510218" y="2932442"/>
                <a:ext cx="288231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8" name="直接箭头连接符 227">
              <a:extLst>
                <a:ext uri="{FF2B5EF4-FFF2-40B4-BE49-F238E27FC236}">
                  <a16:creationId xmlns:a16="http://schemas.microsoft.com/office/drawing/2014/main" id="{2A598438-1811-430E-1071-4DB7B5E2CA1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0925465" y="1942980"/>
              <a:ext cx="28823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F2A9476C-FA8E-0873-1B55-43E1EC6B810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08543" y="1942981"/>
              <a:ext cx="28823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任意多边形: 形状 229">
              <a:extLst>
                <a:ext uri="{FF2B5EF4-FFF2-40B4-BE49-F238E27FC236}">
                  <a16:creationId xmlns:a16="http://schemas.microsoft.com/office/drawing/2014/main" id="{A503F629-5E7E-55FF-A5A1-DEE9062D70A8}"/>
                </a:ext>
              </a:extLst>
            </p:cNvPr>
            <p:cNvSpPr/>
            <p:nvPr/>
          </p:nvSpPr>
          <p:spPr>
            <a:xfrm>
              <a:off x="9244676" y="664744"/>
              <a:ext cx="271613" cy="460375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BB05DCF8-3093-7A60-D22B-8548C9951422}"/>
                </a:ext>
              </a:extLst>
            </p:cNvPr>
            <p:cNvSpPr txBox="1"/>
            <p:nvPr/>
          </p:nvSpPr>
          <p:spPr>
            <a:xfrm>
              <a:off x="9373197" y="285780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1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13BB4F3D-5465-3516-80B2-58C91068AFC9}"/>
                </a:ext>
              </a:extLst>
            </p:cNvPr>
            <p:cNvSpPr txBox="1"/>
            <p:nvPr/>
          </p:nvSpPr>
          <p:spPr>
            <a:xfrm>
              <a:off x="9690861" y="285780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2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3" name="文本框 232">
              <a:extLst>
                <a:ext uri="{FF2B5EF4-FFF2-40B4-BE49-F238E27FC236}">
                  <a16:creationId xmlns:a16="http://schemas.microsoft.com/office/drawing/2014/main" id="{339ECA1A-9CF6-C2F8-C826-2B68153E032D}"/>
                </a:ext>
              </a:extLst>
            </p:cNvPr>
            <p:cNvSpPr txBox="1"/>
            <p:nvPr/>
          </p:nvSpPr>
          <p:spPr>
            <a:xfrm>
              <a:off x="9114831" y="285780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3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4" name="文本框 233">
              <a:extLst>
                <a:ext uri="{FF2B5EF4-FFF2-40B4-BE49-F238E27FC236}">
                  <a16:creationId xmlns:a16="http://schemas.microsoft.com/office/drawing/2014/main" id="{83810833-EA51-2A4F-7B40-E7D596CC3517}"/>
                </a:ext>
              </a:extLst>
            </p:cNvPr>
            <p:cNvSpPr txBox="1"/>
            <p:nvPr/>
          </p:nvSpPr>
          <p:spPr>
            <a:xfrm>
              <a:off x="10619791" y="285780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4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5" name="任意多边形: 形状 234">
              <a:extLst>
                <a:ext uri="{FF2B5EF4-FFF2-40B4-BE49-F238E27FC236}">
                  <a16:creationId xmlns:a16="http://schemas.microsoft.com/office/drawing/2014/main" id="{22666486-ECE6-DAC7-B237-C5F6700342DE}"/>
                </a:ext>
              </a:extLst>
            </p:cNvPr>
            <p:cNvSpPr/>
            <p:nvPr/>
          </p:nvSpPr>
          <p:spPr>
            <a:xfrm>
              <a:off x="9485976" y="664745"/>
              <a:ext cx="323500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任意多边形: 形状 235">
              <a:extLst>
                <a:ext uri="{FF2B5EF4-FFF2-40B4-BE49-F238E27FC236}">
                  <a16:creationId xmlns:a16="http://schemas.microsoft.com/office/drawing/2014/main" id="{9798A19F-27D2-30C9-E13D-04CF90F50052}"/>
                </a:ext>
              </a:extLst>
            </p:cNvPr>
            <p:cNvSpPr/>
            <p:nvPr/>
          </p:nvSpPr>
          <p:spPr>
            <a:xfrm>
              <a:off x="8945906" y="664745"/>
              <a:ext cx="323500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任意多边形: 形状 236">
              <a:extLst>
                <a:ext uri="{FF2B5EF4-FFF2-40B4-BE49-F238E27FC236}">
                  <a16:creationId xmlns:a16="http://schemas.microsoft.com/office/drawing/2014/main" id="{2BAA67B8-9C81-7B64-EF25-CB4CCB04B950}"/>
                </a:ext>
              </a:extLst>
            </p:cNvPr>
            <p:cNvSpPr/>
            <p:nvPr/>
          </p:nvSpPr>
          <p:spPr>
            <a:xfrm>
              <a:off x="10467051" y="664745"/>
              <a:ext cx="323500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BED3B6A3-65FF-D5CA-7941-C3FE8A025D76}"/>
                </a:ext>
              </a:extLst>
            </p:cNvPr>
            <p:cNvSpPr txBox="1"/>
            <p:nvPr/>
          </p:nvSpPr>
          <p:spPr>
            <a:xfrm>
              <a:off x="11077929" y="474718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5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9" name="任意多边形: 形状 238">
              <a:extLst>
                <a:ext uri="{FF2B5EF4-FFF2-40B4-BE49-F238E27FC236}">
                  <a16:creationId xmlns:a16="http://schemas.microsoft.com/office/drawing/2014/main" id="{3C33BB79-0F29-A37B-BA41-F242895EB918}"/>
                </a:ext>
              </a:extLst>
            </p:cNvPr>
            <p:cNvSpPr/>
            <p:nvPr/>
          </p:nvSpPr>
          <p:spPr>
            <a:xfrm>
              <a:off x="10925189" y="853682"/>
              <a:ext cx="323500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8EA3817B-2AE2-82D9-C5F6-21B0006B8D3C}"/>
                </a:ext>
              </a:extLst>
            </p:cNvPr>
            <p:cNvSpPr txBox="1"/>
            <p:nvPr/>
          </p:nvSpPr>
          <p:spPr>
            <a:xfrm>
              <a:off x="10575646" y="1655817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6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41" name="任意多边形: 形状 240">
              <a:extLst>
                <a:ext uri="{FF2B5EF4-FFF2-40B4-BE49-F238E27FC236}">
                  <a16:creationId xmlns:a16="http://schemas.microsoft.com/office/drawing/2014/main" id="{38471E8A-2A70-6802-D1A0-0C666C4E3CBA}"/>
                </a:ext>
              </a:extLst>
            </p:cNvPr>
            <p:cNvSpPr/>
            <p:nvPr/>
          </p:nvSpPr>
          <p:spPr>
            <a:xfrm>
              <a:off x="10422906" y="2034782"/>
              <a:ext cx="323500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1A3102A6-5A02-19B1-643B-A4079A42EE60}"/>
                </a:ext>
              </a:extLst>
            </p:cNvPr>
            <p:cNvSpPr txBox="1"/>
            <p:nvPr/>
          </p:nvSpPr>
          <p:spPr>
            <a:xfrm>
              <a:off x="11426546" y="1700267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7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43" name="任意多边形: 形状 242">
              <a:extLst>
                <a:ext uri="{FF2B5EF4-FFF2-40B4-BE49-F238E27FC236}">
                  <a16:creationId xmlns:a16="http://schemas.microsoft.com/office/drawing/2014/main" id="{8AFC7CD8-5816-A5E7-4481-385CCBF5EE37}"/>
                </a:ext>
              </a:extLst>
            </p:cNvPr>
            <p:cNvSpPr/>
            <p:nvPr/>
          </p:nvSpPr>
          <p:spPr>
            <a:xfrm>
              <a:off x="11273806" y="2079232"/>
              <a:ext cx="323500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BB4B5E37-A1F9-7455-F604-A964E387254D}"/>
                </a:ext>
              </a:extLst>
            </p:cNvPr>
            <p:cNvSpPr txBox="1"/>
            <p:nvPr/>
          </p:nvSpPr>
          <p:spPr>
            <a:xfrm>
              <a:off x="9422486" y="2500366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8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45" name="任意多边形: 形状 244">
              <a:extLst>
                <a:ext uri="{FF2B5EF4-FFF2-40B4-BE49-F238E27FC236}">
                  <a16:creationId xmlns:a16="http://schemas.microsoft.com/office/drawing/2014/main" id="{607A305F-E04D-68D5-65D8-A968955D99C8}"/>
                </a:ext>
              </a:extLst>
            </p:cNvPr>
            <p:cNvSpPr/>
            <p:nvPr/>
          </p:nvSpPr>
          <p:spPr>
            <a:xfrm flipH="1">
              <a:off x="9599596" y="2879332"/>
              <a:ext cx="452454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文本框 245">
              <a:extLst>
                <a:ext uri="{FF2B5EF4-FFF2-40B4-BE49-F238E27FC236}">
                  <a16:creationId xmlns:a16="http://schemas.microsoft.com/office/drawing/2014/main" id="{E9B242C7-CEC7-F019-60A6-66E2CE68C77E}"/>
                </a:ext>
              </a:extLst>
            </p:cNvPr>
            <p:cNvSpPr txBox="1"/>
            <p:nvPr/>
          </p:nvSpPr>
          <p:spPr>
            <a:xfrm>
              <a:off x="11747856" y="2195567"/>
              <a:ext cx="382129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9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47" name="任意多边形: 形状 246">
              <a:extLst>
                <a:ext uri="{FF2B5EF4-FFF2-40B4-BE49-F238E27FC236}">
                  <a16:creationId xmlns:a16="http://schemas.microsoft.com/office/drawing/2014/main" id="{24EBE7B2-70B4-F66E-2F58-40A7858BE6AD}"/>
                </a:ext>
              </a:extLst>
            </p:cNvPr>
            <p:cNvSpPr/>
            <p:nvPr/>
          </p:nvSpPr>
          <p:spPr>
            <a:xfrm>
              <a:off x="11595116" y="2574532"/>
              <a:ext cx="323500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8" name="文本框 247">
              <a:extLst>
                <a:ext uri="{FF2B5EF4-FFF2-40B4-BE49-F238E27FC236}">
                  <a16:creationId xmlns:a16="http://schemas.microsoft.com/office/drawing/2014/main" id="{F399AB47-4FE3-1E55-31E0-3F4A16C97776}"/>
                </a:ext>
              </a:extLst>
            </p:cNvPr>
            <p:cNvSpPr txBox="1"/>
            <p:nvPr/>
          </p:nvSpPr>
          <p:spPr>
            <a:xfrm>
              <a:off x="12776555" y="2119367"/>
              <a:ext cx="531587" cy="470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57"/>
              <a:r>
                <a:rPr lang="en-US" altLang="zh-CN" sz="1826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10</a:t>
              </a:r>
              <a:endParaRPr lang="zh-CN" altLang="en-US" sz="1826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49" name="任意多边形: 形状 248">
              <a:extLst>
                <a:ext uri="{FF2B5EF4-FFF2-40B4-BE49-F238E27FC236}">
                  <a16:creationId xmlns:a16="http://schemas.microsoft.com/office/drawing/2014/main" id="{C5DD8308-02AC-25B4-C35D-7F3063313CF8}"/>
                </a:ext>
              </a:extLst>
            </p:cNvPr>
            <p:cNvSpPr/>
            <p:nvPr/>
          </p:nvSpPr>
          <p:spPr>
            <a:xfrm>
              <a:off x="12745736" y="2498332"/>
              <a:ext cx="323500" cy="520700"/>
            </a:xfrm>
            <a:custGeom>
              <a:avLst/>
              <a:gdLst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447675 w 447675"/>
                <a:gd name="connsiteY0" fmla="*/ 0 h 561975"/>
                <a:gd name="connsiteX1" fmla="*/ 114300 w 447675"/>
                <a:gd name="connsiteY1" fmla="*/ 209550 h 561975"/>
                <a:gd name="connsiteX2" fmla="*/ 0 w 447675"/>
                <a:gd name="connsiteY2" fmla="*/ 561975 h 56197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114300 w 380462"/>
                <a:gd name="connsiteY1" fmla="*/ 259960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72291 w 380462"/>
                <a:gd name="connsiteY1" fmla="*/ 349577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80693 w 380462"/>
                <a:gd name="connsiteY1" fmla="*/ 321572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  <a:gd name="connsiteX0" fmla="*/ 380462 w 380462"/>
                <a:gd name="connsiteY0" fmla="*/ 0 h 612385"/>
                <a:gd name="connsiteX1" fmla="*/ 94697 w 380462"/>
                <a:gd name="connsiteY1" fmla="*/ 293566 h 612385"/>
                <a:gd name="connsiteX2" fmla="*/ 0 w 380462"/>
                <a:gd name="connsiteY2" fmla="*/ 612385 h 61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462" h="612385">
                  <a:moveTo>
                    <a:pt x="380462" y="0"/>
                  </a:moveTo>
                  <a:cubicBezTo>
                    <a:pt x="338450" y="274140"/>
                    <a:pt x="152506" y="222309"/>
                    <a:pt x="94697" y="293566"/>
                  </a:cubicBezTo>
                  <a:cubicBezTo>
                    <a:pt x="36888" y="364823"/>
                    <a:pt x="19843" y="483004"/>
                    <a:pt x="0" y="612385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57"/>
              <a:endParaRPr lang="zh-CN" altLang="en-US" sz="2857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640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3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8100">
          <a:solidFill>
            <a:srgbClr val="002060"/>
          </a:solidFill>
        </a:ln>
      </a:spPr>
      <a:bodyPr rtlCol="0" anchor="ctr"/>
      <a:lstStyle>
        <a:defPPr algn="ctr">
          <a:defRPr sz="3600" b="1" dirty="0" smtClean="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Office PowerPoint</Application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德彪钢笔行书字库</vt:lpstr>
      <vt:lpstr>等线</vt:lpstr>
      <vt:lpstr>方正粗活意简体</vt:lpstr>
      <vt:lpstr>方正静蕾简体</vt:lpstr>
      <vt:lpstr>汉仪超粗宋简</vt:lpstr>
      <vt:lpstr>微软雅黑</vt:lpstr>
      <vt:lpstr>幼圆</vt:lpstr>
      <vt:lpstr>Arial</vt:lpstr>
      <vt:lpstr>Calibri</vt:lpstr>
      <vt:lpstr>Webdings</vt:lpstr>
      <vt:lpstr>Wingdings</vt:lpstr>
      <vt:lpstr>3_Office 主题</vt:lpstr>
      <vt:lpstr>（构想）书本自动翻页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IdiotAI</dc:creator>
  <cp:lastModifiedBy>IdiotAI</cp:lastModifiedBy>
  <cp:revision>1</cp:revision>
  <dcterms:created xsi:type="dcterms:W3CDTF">2026-03-18T12:52:41Z</dcterms:created>
  <dcterms:modified xsi:type="dcterms:W3CDTF">2026-03-18T12:52:52Z</dcterms:modified>
</cp:coreProperties>
</file>